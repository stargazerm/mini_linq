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b3768e8b34070" /><Relationship Type="http://schemas.openxmlformats.org/officeDocument/2006/relationships/extended-properties" Target="/docProps/app.xml" Id="Re93938b17c794c27" /><Relationship Type="http://schemas.openxmlformats.org/officeDocument/2006/relationships/officeDocument" Target="/ppt/presentation.xml" Id="R6ef2d11b76fc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6b00414ee445e5"/>
  </p:sldMasterIdLst>
  <p:notesMasterIdLst>
    <p:notesMasterId xmlns:r="http://schemas.openxmlformats.org/officeDocument/2006/relationships" r:id="R0276adecc2fb442a"/>
  </p:notesMasterIdLst>
  <p:sldIdLst>
    <p:sldId xmlns:r="http://schemas.openxmlformats.org/officeDocument/2006/relationships" id="256" r:id="R15a9e30952b447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34d340cb2f478f" /><Relationship Type="http://schemas.openxmlformats.org/officeDocument/2006/relationships/slideMaster" Target="/ppt/slideMasters/slideMaster1.xml" Id="Rdf6b00414ee445e5" /><Relationship Type="http://schemas.openxmlformats.org/officeDocument/2006/relationships/notesMaster" Target="/ppt/notesMasters/notesMaster1.xml" Id="R0276adecc2fb442a" /><Relationship Type="http://schemas.openxmlformats.org/officeDocument/2006/relationships/presProps" Target="/ppt/presProps.xml" Id="R598167cf4e0d416c" /><Relationship Type="http://schemas.openxmlformats.org/officeDocument/2006/relationships/tableStyles" Target="/ppt/tableStyles.xml" Id="R6d4fe750ad09453f" /><Relationship Type="http://schemas.openxmlformats.org/officeDocument/2006/relationships/slide" Target="/ppt/slides/slide1.xml" Id="R15a9e30952b447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69bd201734d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0c4373dee341b7" /><Relationship Type="http://schemas.openxmlformats.org/officeDocument/2006/relationships/notesMaster" Target="/ppt/notesMasters/notesMaster1.xml" Id="R88967b8b033843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Keep the opening visually quiet; greet the class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/Users/stargazermiao/workspace/join-processing-datalog/doc/notes/syllabus.md</a:t>
            </a:r>
          </a:p>
          <a:p xmlns:a="http://schemas.openxmlformats.org/drawingml/2006/main">
            <a:r>
              <a:t>- /Users/stargazermiao/workspace/StarGazerM.github.io/_config.yml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63eacb61c4e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90b24b40647ad" /><Relationship Type="http://schemas.openxmlformats.org/officeDocument/2006/relationships/slideLayout" Target="/ppt/slideLayouts/slideLayout1.xml" Id="Re5015146cd0b40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15146cd0b40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95ac48e3c4e6a" /><Relationship Type="http://schemas.openxmlformats.org/officeDocument/2006/relationships/notesSlide" Target="/ppt/notesSlides/notesSlide1.xml" Id="R472dbf7418414e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urse-eyebrow">
            <a:extLst xmlns:a="http://schemas.openxmlformats.org/drawingml/2006/main">
              <a:ext uri="{FF2B5EF4-FFF2-40B4-BE49-F238E27FC236}">
                <a16:creationId xmlns:a16="http://schemas.microsoft.com/office/drawing/2014/main" id="{AA5196A6-2DA0-4241-AC1F-047F9961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MODERN QUERY PROCESSING</a:t>
            </a:r>
          </a:p>
        </p:txBody>
      </p:sp>
      <p:sp>
        <p:nvSpPr>
          <p:cNvPr id="2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4E044085-4299-4306-B9E8-AB5413F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Modern Query Processing</a:t>
            </a:r>
          </a:p>
        </p:txBody>
      </p:sp>
      <p:sp>
        <p:nvSpPr>
          <p:cNvPr id="3" name="course-subtitle">
            <a:extLst xmlns:a="http://schemas.openxmlformats.org/drawingml/2006/main">
              <a:ext uri="{FF2B5EF4-FFF2-40B4-BE49-F238E27FC236}">
                <a16:creationId xmlns:a16="http://schemas.microsoft.com/office/drawing/2014/main" id="{F2A10572-4A44-4E1C-84C7-1073FB2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Databases and Reasoning</a:t>
            </a:r>
          </a:p>
        </p:txBody>
      </p:sp>
      <p:sp>
        <p:nvSpPr>
          <p:cNvPr id="4" name="metadata-divider">
            <a:extLst xmlns:a="http://schemas.openxmlformats.org/drawingml/2006/main">
              <a:ext uri="{FF2B5EF4-FFF2-40B4-BE49-F238E27FC236}">
                <a16:creationId xmlns:a16="http://schemas.microsoft.com/office/drawing/2014/main" id="{15F95E4A-E940-47FD-A365-6F329646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instructor-name">
            <a:extLst xmlns:a="http://schemas.openxmlformats.org/drawingml/2006/main">
              <a:ext uri="{FF2B5EF4-FFF2-40B4-BE49-F238E27FC236}">
                <a16:creationId xmlns:a16="http://schemas.microsoft.com/office/drawing/2014/main" id="{A8A426C0-D18C-43E5-B1A6-BAD7082F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Yihao Sun</a:t>
            </a:r>
          </a:p>
        </p:txBody>
      </p:sp>
      <p:sp>
        <p:nvSpPr>
          <p:cNvPr id="6" name="instructor-email">
            <a:extLst xmlns:a="http://schemas.openxmlformats.org/drawingml/2006/main">
              <a:ext uri="{FF2B5EF4-FFF2-40B4-BE49-F238E27FC236}">
                <a16:creationId xmlns:a16="http://schemas.microsoft.com/office/drawing/2014/main" id="{99969372-07E5-4023-946B-E713D09D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435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yihao.sun@usu.edu</a:t>
            </a:r>
          </a:p>
        </p:txBody>
      </p:sp>
      <p:sp>
        <p:nvSpPr>
          <p:cNvPr id="7" name="semester">
            <a:extLst xmlns:a="http://schemas.openxmlformats.org/drawingml/2006/main">
              <a:ext uri="{FF2B5EF4-FFF2-40B4-BE49-F238E27FC236}">
                <a16:creationId xmlns:a16="http://schemas.microsoft.com/office/drawing/2014/main" id="{B4AA9384-B6A2-47D7-896E-33F97566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435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576262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2026-08-14T02:54:02.1650000Z</dcterms:created>
  <dcterms:modified xsi:type="dcterms:W3CDTF">2026-08-14T02:54:02.1650000Z</dcterms:modified>
</coreProperties>
</file>