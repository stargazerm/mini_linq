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95cfc68bb64e6c" /><Relationship Type="http://schemas.openxmlformats.org/officeDocument/2006/relationships/extended-properties" Target="/docProps/app.xml" Id="R5c3fd7a082b24cea" /><Relationship Type="http://schemas.openxmlformats.org/officeDocument/2006/relationships/officeDocument" Target="/ppt/presentation.xml" Id="R4bab88d169c24c7a" /></Relationships>
</file>

<file path=ppt/presentation.xml><?xml version="1.0" encoding="utf-8"?>
<p:presentation xmlns:p="http://schemas.openxmlformats.org/presentationml/2006/main">
  <p:sldMasterIdLst>
    <p:sldMasterId xmlns:r="http://schemas.openxmlformats.org/officeDocument/2006/relationships" id="2147483648" r:id="R0a8c3a750e364e0a"/>
  </p:sldMasterIdLst>
  <p:notesMasterIdLst>
    <p:notesMasterId xmlns:r="http://schemas.openxmlformats.org/officeDocument/2006/relationships" r:id="R44650a7a0bfb43c1"/>
  </p:notesMasterIdLst>
  <p:sldIdLst>
    <p:sldId xmlns:r="http://schemas.openxmlformats.org/officeDocument/2006/relationships" id="256" r:id="Rf28283cd8c6f484c"/>
    <p:sldId xmlns:r="http://schemas.openxmlformats.org/officeDocument/2006/relationships" id="257" r:id="R8c6a902e96034d97"/>
    <p:sldId xmlns:r="http://schemas.openxmlformats.org/officeDocument/2006/relationships" id="258" r:id="R9107bc261d6c4ae8"/>
    <p:sldId xmlns:r="http://schemas.openxmlformats.org/officeDocument/2006/relationships" id="259" r:id="Rcdde341170ab427b"/>
    <p:sldId xmlns:r="http://schemas.openxmlformats.org/officeDocument/2006/relationships" id="260" r:id="Rf29fe693e7dc42d0"/>
    <p:sldId xmlns:r="http://schemas.openxmlformats.org/officeDocument/2006/relationships" id="261" r:id="R63f7f602b4c24b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bf50c6db6a49a5" /><Relationship Type="http://schemas.openxmlformats.org/officeDocument/2006/relationships/slideMaster" Target="/ppt/slideMasters/slideMaster1.xml" Id="R0a8c3a750e364e0a" /><Relationship Type="http://schemas.openxmlformats.org/officeDocument/2006/relationships/notesMaster" Target="/ppt/notesMasters/notesMaster1.xml" Id="R44650a7a0bfb43c1" /><Relationship Type="http://schemas.openxmlformats.org/officeDocument/2006/relationships/presProps" Target="/ppt/presProps.xml" Id="R9f3136f013c1499e" /><Relationship Type="http://schemas.openxmlformats.org/officeDocument/2006/relationships/tableStyles" Target="/ppt/tableStyles.xml" Id="Rf43cc1e346cc4664" /><Relationship Type="http://schemas.openxmlformats.org/officeDocument/2006/relationships/slide" Target="/ppt/slides/slide1.xml" Id="Rf28283cd8c6f484c" /><Relationship Type="http://schemas.openxmlformats.org/officeDocument/2006/relationships/slide" Target="/ppt/slides/slide2.xml" Id="R8c6a902e96034d97" /><Relationship Type="http://schemas.openxmlformats.org/officeDocument/2006/relationships/slide" Target="/ppt/slides/slide3.xml" Id="R9107bc261d6c4ae8" /><Relationship Type="http://schemas.openxmlformats.org/officeDocument/2006/relationships/slide" Target="/ppt/slides/slide4.xml" Id="Rcdde341170ab427b" /><Relationship Type="http://schemas.openxmlformats.org/officeDocument/2006/relationships/slide" Target="/ppt/slides/slide5.xml" Id="Rf29fe693e7dc42d0" /><Relationship Type="http://schemas.openxmlformats.org/officeDocument/2006/relationships/slide" Target="/ppt/slides/slide6.xml" Id="R63f7f602b4c24b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4844d4c0f5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f81cec9d3f4d81" /><Relationship Type="http://schemas.openxmlformats.org/officeDocument/2006/relationships/notesMaster" Target="/ppt/notesMasters/notesMaster1.xml" Id="R61a4e9578f6543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31499332d844d2" /><Relationship Type="http://schemas.openxmlformats.org/officeDocument/2006/relationships/notesMaster" Target="/ppt/notesMasters/notesMaster1.xml" Id="Re9eb2d0f970d46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0864be5677483d" /><Relationship Type="http://schemas.openxmlformats.org/officeDocument/2006/relationships/notesMaster" Target="/ppt/notesMasters/notesMaster1.xml" Id="Rd5ee89888f0d4c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032f6f6184607" /><Relationship Type="http://schemas.openxmlformats.org/officeDocument/2006/relationships/notesMaster" Target="/ppt/notesMasters/notesMaster1.xml" Id="Rbca06e58af7549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24e8d371a64d6b" /><Relationship Type="http://schemas.openxmlformats.org/officeDocument/2006/relationships/notesMaster" Target="/ppt/notesMasters/notesMaster1.xml" Id="R6a5ced5c14594a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b17fa7e7e9499d" /><Relationship Type="http://schemas.openxmlformats.org/officeDocument/2006/relationships/notesMaster" Target="/ppt/notesMasters/notesMaster1.xml" Id="Rc57ab14beb204c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30-45 seconds. Greet the class and advance without previewing the definition of database.</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 /Users/stargazermiao/workspace/StarGazerM.github.io/_config.yml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First spend about 45 seconds on the four familiar products. Ask what each must remember: orders, posts, playlists, or trips. The logos illustrate application variety only; do not suggest that these products all run on MySQL. Then let MySQL supply the students' likely picture: a client sends SQL to a server containing many subsystems. Ask them to name anything else they associate with a database server. Preserve the provisional answer: database means complicated software that stores and manages data. Do not correct it yet.</a:t>
            </a:r>
          </a:p>
          <a:p xmlns:a="http://schemas.openxmlformats.org/drawingml/2006/main">
            <a:r>
              <a:t/>
            </a:r>
          </a:p>
          <a:p xmlns:a="http://schemas.openxmlformats.org/drawingml/2006/main">
            <a:r>
              <a:t>[Sources]</a:t>
            </a:r>
          </a:p>
          <a:p xmlns:a="http://schemas.openxmlformats.org/drawingml/2006/main">
            <a:r>
              <a:t>- https://dev.mysql.com/doc/dev/mysql-server/latest/PAGE_PROTOCOL.html</a:t>
            </a:r>
          </a:p>
          <a:p xmlns:a="http://schemas.openxmlformats.org/drawingml/2006/main">
            <a:r>
              <a:t>- https://dev.mysql.com/doc/refman/9.2/en/innodb-architecture.html</a:t>
            </a:r>
          </a:p>
          <a:p xmlns:a="http://schemas.openxmlformats.org/drawingml/2006/main">
            <a:r>
              <a:t>- https://upload.wikimedia.org/wikipedia/en/d/dd/MySQL_logo.svg</a:t>
            </a:r>
          </a:p>
          <a:p xmlns:a="http://schemas.openxmlformats.org/drawingml/2006/main">
            <a:r>
              <a:t>- https://github.com/FortAwesome/Font-Awesome/blob/6.x/svgs/brands/amazon.svg</a:t>
            </a:r>
          </a:p>
          <a:p xmlns:a="http://schemas.openxmlformats.org/drawingml/2006/main">
            <a:r>
              <a:t>- https://github.com/FortAwesome/Font-Awesome/blob/6.x/svgs/brands/instagram.svg</a:t>
            </a:r>
          </a:p>
          <a:p xmlns:a="http://schemas.openxmlformats.org/drawingml/2006/main">
            <a:r>
              <a:t>- https://github.com/FortAwesome/Font-Awesome/blob/6.x/svgs/brands/spotify.svg</a:t>
            </a:r>
          </a:p>
          <a:p xmlns:a="http://schemas.openxmlformats.org/drawingml/2006/main">
            <a:r>
              <a:t>- https://github.com/FortAwesome/Font-Awesome/blob/6.x/svgs/brands/uber.svg</a:t>
            </a:r>
          </a:p>
          <a:p xmlns:a="http://schemas.openxmlformats.org/drawingml/2006/main">
            <a:r>
              <a:t>- /Users/stargazermiao/workspace/join-processing-datalog/doc/notes/01-a-little-database-a-few-questions.md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minutes. Read the command from left to right: a CLI opens app.db, passes SQL to SQLite, and reads the same kind of users table students expect from MySQL. Ask: where is the server? Then ask what they are calling the database: the file, the SQLite library, or the tables inside it. Hold all answers. The contrast should weaken the equation database equals server without yet supplying the definition.</a:t>
            </a:r>
          </a:p>
          <a:p xmlns:a="http://schemas.openxmlformats.org/drawingml/2006/main">
            <a:r>
              <a:t/>
            </a:r>
          </a:p>
          <a:p xmlns:a="http://schemas.openxmlformats.org/drawingml/2006/main">
            <a:r>
              <a:t>[Sources]</a:t>
            </a:r>
          </a:p>
          <a:p xmlns:a="http://schemas.openxmlformats.org/drawingml/2006/main">
            <a:r>
              <a:t>- https://sqlite.org/quickstart.html</a:t>
            </a:r>
          </a:p>
          <a:p xmlns:a="http://schemas.openxmlformats.org/drawingml/2006/main">
            <a:r>
              <a:t>- https://sqlite.org/about.html</a:t>
            </a:r>
          </a:p>
          <a:p xmlns:a="http://schemas.openxmlformats.org/drawingml/2006/main">
            <a:r>
              <a:t>- https://commons.wikimedia.org/wiki/File:SQLite370.svg</a:t>
            </a:r>
          </a:p>
          <a:p xmlns:a="http://schemas.openxmlformats.org/drawingml/2006/main">
            <a:r>
              <a:t>- https://github.com/FortAwesome/Font-Awesome/tree/6.x/svgs/regular/file.svg</a:t>
            </a:r>
          </a:p>
          <a:p xmlns:a="http://schemas.openxmlformats.org/drawingml/2006/main">
            <a:r>
              <a:t>- /Users/stargazermiao/workspace/join-processing-datalog/doc/notes/01-a-little-database-a-few-questions.md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minutes. Point to the outer braces first: conceptually, this is one map from keys to typed values, not three unrelated records. Let students read the entries before naming Redis. Ask whether a database must manage tables. Then ask why a Redis server is not merely a shared HashMap; accept persistence, concurrency, remote access, data operations, and similar suggestions verbally without listing them on the slide. Reveal only the distinction database is not DBMS. Do not define database yet. Transition exactly: We now know the database is not the same thing as its management software. To say what a database is, first ask what counts as data.</a:t>
            </a:r>
          </a:p>
          <a:p xmlns:a="http://schemas.openxmlformats.org/drawingml/2006/main">
            <a:r>
              <a:t/>
            </a:r>
          </a:p>
          <a:p xmlns:a="http://schemas.openxmlformats.org/drawingml/2006/main">
            <a:r>
              <a:t>[Sources]</a:t>
            </a:r>
          </a:p>
          <a:p xmlns:a="http://schemas.openxmlformats.org/drawingml/2006/main">
            <a:r>
              <a:t>- https://redis.io/docs/latest/develop/data-types/</a:t>
            </a:r>
          </a:p>
          <a:p xmlns:a="http://schemas.openxmlformats.org/drawingml/2006/main">
            <a:r>
              <a:t>- https://redis.io/docs/latest/develop/data-types/hashes/</a:t>
            </a:r>
          </a:p>
          <a:p xmlns:a="http://schemas.openxmlformats.org/drawingml/2006/main">
            <a:r>
              <a:t>- https://commons.wikimedia.org/wiki/File:Redis_logo.svg</a:t>
            </a:r>
          </a:p>
          <a:p xmlns:a="http://schemas.openxmlformats.org/drawingml/2006/main">
            <a:r>
              <a:t>- /Users/stargazermiao/workspace/join-processing-datalog/doc/notes/01-a-little-database-a-few-questions.md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Ask in sequence: Is roads.xlsx data? Is roads.parquet data even if the format is unfamiliar? If a running program holds the same two road values, did they stop being data? Clarify one precise point: roads is a variable name or binding; the array value bound to it can serve as data. The equal signs mean the examples can carry the same logical values, not that their bytes or representations are identical. Do not teach XLSX or Parquet internals here. Conclude verbally: values are data; files and memory are different representations or locations. Transition exactly: However data is represented, software must turn a question into work. Where inside a DBMS does that happen?</a:t>
            </a:r>
          </a:p>
          <a:p xmlns:a="http://schemas.openxmlformats.org/drawingml/2006/main">
            <a:r>
              <a:t/>
            </a:r>
          </a:p>
          <a:p xmlns:a="http://schemas.openxmlformats.org/drawingml/2006/main">
            <a:r>
              <a:t>[Sources]</a:t>
            </a:r>
          </a:p>
          <a:p xmlns:a="http://schemas.openxmlformats.org/drawingml/2006/main">
            <a:r>
              <a:t>- https://commons.wikimedia.org/wiki/File:Microsoft_Office_Excel_(2025%E2%80%93present).svg</a:t>
            </a:r>
          </a:p>
          <a:p xmlns:a="http://schemas.openxmlformats.org/drawingml/2006/main">
            <a:r>
              <a:t>- https://www.microsoft.com/en-gb/microsoft-365</a:t>
            </a:r>
          </a:p>
          <a:p xmlns:a="http://schemas.openxmlformats.org/drawingml/2006/main">
            <a:r>
              <a:t>- https://parquet.apache.org/</a:t>
            </a:r>
          </a:p>
          <a:p xmlns:a="http://schemas.openxmlformats.org/drawingml/2006/main">
            <a:r>
              <a:t>- https://github.com/apache/parquet-format/tree/master/logo</a:t>
            </a:r>
          </a:p>
          <a:p xmlns:a="http://schemas.openxmlformats.org/drawingml/2006/main">
            <a:r>
              <a:t>- /Users/stargazermiao/workspace/join-processing-datalog/doc/notes/01-a-little-database-a-few-questions.md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The slide intentionally has no visible question. Point once to the whole stack, then to the single black band: this course does not build an entire DBMS. Follow the magnification into query, plan, and work. Ask verbally: Why does our scope reach down into the data representation? Take at most two answers. Accept row or column layout, indexes, ordering, hashing, size, and statistics. Conclude exactly: We study how a query becomes executable work, but that work depends on what the data looks like. Transition: now you are the query processor.</a:t>
            </a:r>
          </a:p>
          <a:p xmlns:a="http://schemas.openxmlformats.org/drawingml/2006/main">
            <a:r>
              <a:t/>
            </a:r>
          </a:p>
          <a:p xmlns:a="http://schemas.openxmlformats.org/drawingml/2006/main">
            <a:r>
              <a:t>[Sources]</a:t>
            </a:r>
          </a:p>
          <a:p xmlns:a="http://schemas.openxmlformats.org/drawingml/2006/main">
            <a:r>
              <a:t>- https://www.postgresql.org/docs/current/query-path.html</a:t>
            </a:r>
          </a:p>
          <a:p xmlns:a="http://schemas.openxmlformats.org/drawingml/2006/main">
            <a:r>
              <a:t>- https://www.postgresql.org/files/developer/tour.pdf</a:t>
            </a:r>
          </a:p>
          <a:p xmlns:a="http://schemas.openxmlformats.org/drawingml/2006/main">
            <a:r>
              <a:t>- https://dev.mysql.com/doc/dev/mysql-server/latest/PAGE_SQL_Optimizer.html</a:t>
            </a:r>
          </a:p>
          <a:p xmlns:a="http://schemas.openxmlformats.org/drawingml/2006/main">
            <a:r>
              <a:t>- https://dev.mysql.com/doc/refman/8.0/en/execution-plan-information.html</a:t>
            </a:r>
          </a:p>
          <a:p xmlns:a="http://schemas.openxmlformats.org/drawingml/2006/main">
            <a:r>
              <a:t>- https://dev.mysql.com/doc/refman/8.0/en/innodb-architecture.html</a:t>
            </a:r>
          </a:p>
          <a:p xmlns:a="http://schemas.openxmlformats.org/drawingml/2006/main">
            <a:r>
              <a:t>- /Users/stargazermiao/workspace/join-processing-datalog/doc/notes/syllabus.md</a:t>
            </a:r>
          </a:p>
          <a:p xmlns:a="http://schemas.openxmlformats.org/drawingml/2006/main">
            <a:r>
              <a:t>- /Users/stargazermiao/workspace/join-processing-datalog/doc/notes/project.md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266df5907f46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dc58f4953e415e" /><Relationship Type="http://schemas.openxmlformats.org/officeDocument/2006/relationships/slideLayout" Target="/ppt/slideLayouts/slideLayout1.xml" Id="R25f77d18a2db4f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f77d18a2db4f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bffda974c242a7" /><Relationship Type="http://schemas.openxmlformats.org/officeDocument/2006/relationships/notesSlide" Target="/ppt/notesSlides/notesSlide1.xml" Id="Ra16c4706ccc34f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6d1686013b4d87" /><Relationship Type="http://schemas.openxmlformats.org/officeDocument/2006/relationships/image" Target="/ppt/media/image.png" Id="R81b4d38550454db6" /><Relationship Type="http://schemas.openxmlformats.org/officeDocument/2006/relationships/image" Target="/ppt/media/image2.png" Id="Rdd2987e369ae4741" /><Relationship Type="http://schemas.openxmlformats.org/officeDocument/2006/relationships/image" Target="/ppt/media/image3.png" Id="R485a96f61dd247f6" /><Relationship Type="http://schemas.openxmlformats.org/officeDocument/2006/relationships/image" Target="/ppt/media/image4.png" Id="R38271175a2814aac" /><Relationship Type="http://schemas.openxmlformats.org/officeDocument/2006/relationships/image" Target="/ppt/media/image5.png" Id="Rc39ac995c2114528" /><Relationship Type="http://schemas.openxmlformats.org/officeDocument/2006/relationships/notesSlide" Target="/ppt/notesSlides/notesSlide2.xml" Id="R26ec1e9848ed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d07445fed943f8" /><Relationship Type="http://schemas.openxmlformats.org/officeDocument/2006/relationships/image" Target="/ppt/media/image6.png" Id="R7ae35aa9a48148f2" /><Relationship Type="http://schemas.openxmlformats.org/officeDocument/2006/relationships/image" Target="/ppt/media/image7.png" Id="R400c2434b72b4cb4" /><Relationship Type="http://schemas.openxmlformats.org/officeDocument/2006/relationships/notesSlide" Target="/ppt/notesSlides/notesSlide3.xml" Id="R8a270b4113d449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05c0e26c7c4470" /><Relationship Type="http://schemas.openxmlformats.org/officeDocument/2006/relationships/image" Target="/ppt/media/image8.png" Id="R0c5a9af39009408d" /><Relationship Type="http://schemas.openxmlformats.org/officeDocument/2006/relationships/notesSlide" Target="/ppt/notesSlides/notesSlide4.xml" Id="R327a1a8e8b5a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6867443b4c4d7d" /><Relationship Type="http://schemas.openxmlformats.org/officeDocument/2006/relationships/image" Target="/ppt/media/image9.png" Id="R735563dd68904623" /><Relationship Type="http://schemas.openxmlformats.org/officeDocument/2006/relationships/image" Target="/ppt/media/image10.png" Id="R8fdd5d2529ae4791" /><Relationship Type="http://schemas.openxmlformats.org/officeDocument/2006/relationships/notesSlide" Target="/ppt/notesSlides/notesSlide5.xml" Id="R0d442c2a061b40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4226c12621468c" /><Relationship Type="http://schemas.openxmlformats.org/officeDocument/2006/relationships/notesSlide" Target="/ppt/notesSlides/notesSlide6.xml" Id="Rfa5a465ebc294f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CE108C-FF59-4578-B715-BE087E4478CC}"/>
              </a:ext>
            </a:extLst>
          </p:cNvPr>
          <p:cNvSpPr>
            <a:spLocks xmlns:a="http://schemas.openxmlformats.org/drawingml/2006/main" noGrp="1"/>
          </p:cNvSpPr>
          <p:nvPr/>
        </p:nvSpPr>
        <p:spPr>
          <a:xfrm xmlns:a="http://schemas.openxmlformats.org/drawingml/2006/main">
            <a:off x="685800" y="609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125" b="1">
                <a:solidFill>
                  <a:srgbClr val="6E6E73"/>
                </a:solidFill>
                <a:latin typeface="Helvetica Neue"/>
                <a:ea typeface="Helvetica Neue"/>
                <a:cs typeface="Helvetica Neue"/>
              </a:defRPr>
            </a:pPr>
            <a:r>
              <a:rPr sz="1125" b="1">
                <a:solidFill>
                  <a:srgbClr val="6E6E73"/>
                </a:solidFill>
                <a:latin typeface="Helvetica Neue"/>
                <a:ea typeface="Helvetica Neue"/>
                <a:cs typeface="Helvetica Neue"/>
              </a:rPr>
              <a:t>MODERN QUERY PROCESSING</a:t>
            </a:r>
          </a:p>
        </p:txBody>
      </p:sp>
      <p:sp>
        <p:nvSpPr>
          <p:cNvPr id="2" name="course-title">
            <a:extLst xmlns:a="http://schemas.openxmlformats.org/drawingml/2006/main">
              <a:ext uri="{FF2B5EF4-FFF2-40B4-BE49-F238E27FC236}">
                <a16:creationId xmlns:a16="http://schemas.microsoft.com/office/drawing/2014/main" id="{2E3A9E36-502E-4CF0-B7DA-B1722CBAFCB7}"/>
              </a:ext>
            </a:extLst>
          </p:cNvPr>
          <p:cNvSpPr>
            <a:spLocks xmlns:a="http://schemas.openxmlformats.org/drawingml/2006/main" noGrp="1"/>
          </p:cNvSpPr>
          <p:nvPr/>
        </p:nvSpPr>
        <p:spPr>
          <a:xfrm xmlns:a="http://schemas.openxmlformats.org/drawingml/2006/main">
            <a:off x="685800" y="2076450"/>
            <a:ext cx="10820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6150" b="1">
                <a:solidFill>
                  <a:srgbClr val="000000"/>
                </a:solidFill>
                <a:latin typeface="Helvetica Neue"/>
                <a:ea typeface="Helvetica Neue"/>
                <a:cs typeface="Helvetica Neue"/>
              </a:defRPr>
            </a:pPr>
            <a:r>
              <a:rPr sz="6150" b="1">
                <a:solidFill>
                  <a:srgbClr val="000000"/>
                </a:solidFill>
                <a:latin typeface="Helvetica Neue"/>
                <a:ea typeface="Helvetica Neue"/>
                <a:cs typeface="Helvetica Neue"/>
              </a:rPr>
              <a:t>Modern Query Processing</a:t>
            </a:r>
          </a:p>
        </p:txBody>
      </p:sp>
      <p:sp>
        <p:nvSpPr>
          <p:cNvPr id="3" name="">
            <a:extLst xmlns:a="http://schemas.openxmlformats.org/drawingml/2006/main">
              <a:ext uri="{FF2B5EF4-FFF2-40B4-BE49-F238E27FC236}">
                <a16:creationId xmlns:a16="http://schemas.microsoft.com/office/drawing/2014/main" id="{2A9F4311-FF4E-4B15-B5BF-1274EC78FFA6}"/>
              </a:ext>
            </a:extLst>
          </p:cNvPr>
          <p:cNvSpPr>
            <a:spLocks xmlns:a="http://schemas.openxmlformats.org/drawingml/2006/main" noGrp="1"/>
          </p:cNvSpPr>
          <p:nvPr/>
        </p:nvSpPr>
        <p:spPr>
          <a:xfrm xmlns:a="http://schemas.openxmlformats.org/drawingml/2006/main">
            <a:off x="723900" y="326707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2400" b="0">
                <a:solidFill>
                  <a:srgbClr val="6E6E73"/>
                </a:solidFill>
                <a:latin typeface="Helvetica Neue"/>
                <a:ea typeface="Helvetica Neue"/>
                <a:cs typeface="Helvetica Neue"/>
              </a:defRPr>
            </a:pPr>
            <a:r>
              <a:rPr sz="2400" b="0">
                <a:solidFill>
                  <a:srgbClr val="6E6E73"/>
                </a:solidFill>
                <a:latin typeface="Helvetica Neue"/>
                <a:ea typeface="Helvetica Neue"/>
                <a:cs typeface="Helvetica Neue"/>
              </a:rPr>
              <a:t>Databases and Reasoning</a:t>
            </a:r>
          </a:p>
        </p:txBody>
      </p:sp>
      <p:sp>
        <p:nvSpPr>
          <p:cNvPr id="4" name="">
            <a:extLst xmlns:a="http://schemas.openxmlformats.org/drawingml/2006/main">
              <a:ext uri="{FF2B5EF4-FFF2-40B4-BE49-F238E27FC236}">
                <a16:creationId xmlns:a16="http://schemas.microsoft.com/office/drawing/2014/main" id="{782435E1-43AC-4A08-A4A2-8FF2F4239A08}"/>
              </a:ext>
            </a:extLst>
          </p:cNvPr>
          <p:cNvSpPr>
            <a:spLocks xmlns:a="http://schemas.openxmlformats.org/drawingml/2006/main" noGrp="1"/>
          </p:cNvSpPr>
          <p:nvPr/>
        </p:nvSpPr>
        <p:spPr>
          <a:xfrm xmlns:a="http://schemas.openxmlformats.org/drawingml/2006/main">
            <a:off x="685800" y="5467350"/>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5" name="">
            <a:extLst xmlns:a="http://schemas.openxmlformats.org/drawingml/2006/main">
              <a:ext uri="{FF2B5EF4-FFF2-40B4-BE49-F238E27FC236}">
                <a16:creationId xmlns:a16="http://schemas.microsoft.com/office/drawing/2014/main" id="{4A199600-0BA3-4638-941D-AD40CEBA489A}"/>
              </a:ext>
            </a:extLst>
          </p:cNvPr>
          <p:cNvSpPr>
            <a:spLocks xmlns:a="http://schemas.openxmlformats.org/drawingml/2006/main" noGrp="1"/>
          </p:cNvSpPr>
          <p:nvPr/>
        </p:nvSpPr>
        <p:spPr>
          <a:xfrm xmlns:a="http://schemas.openxmlformats.org/drawingml/2006/main">
            <a:off x="685800" y="5743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Yihao Sun</a:t>
            </a:r>
          </a:p>
        </p:txBody>
      </p:sp>
      <p:sp>
        <p:nvSpPr>
          <p:cNvPr id="6" name="">
            <a:extLst xmlns:a="http://schemas.openxmlformats.org/drawingml/2006/main">
              <a:ext uri="{FF2B5EF4-FFF2-40B4-BE49-F238E27FC236}">
                <a16:creationId xmlns:a16="http://schemas.microsoft.com/office/drawing/2014/main" id="{FACC0995-EB50-4B9B-9C10-6AD93BDB3B98}"/>
              </a:ext>
            </a:extLst>
          </p:cNvPr>
          <p:cNvSpPr>
            <a:spLocks xmlns:a="http://schemas.openxmlformats.org/drawingml/2006/main" noGrp="1"/>
          </p:cNvSpPr>
          <p:nvPr/>
        </p:nvSpPr>
        <p:spPr>
          <a:xfrm xmlns:a="http://schemas.openxmlformats.org/drawingml/2006/main">
            <a:off x="3333750" y="57435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E6E73"/>
                </a:solidFill>
                <a:latin typeface="Helvetica Neue"/>
                <a:ea typeface="Helvetica Neue"/>
                <a:cs typeface="Helvetica Neue"/>
              </a:defRPr>
            </a:pPr>
            <a:r>
              <a:rPr sz="1575" b="0">
                <a:solidFill>
                  <a:srgbClr val="6E6E73"/>
                </a:solidFill>
                <a:latin typeface="Helvetica Neue"/>
                <a:ea typeface="Helvetica Neue"/>
                <a:cs typeface="Helvetica Neue"/>
              </a:rPr>
              <a:t>yihao.sun@usu.edu</a:t>
            </a:r>
          </a:p>
        </p:txBody>
      </p:sp>
      <p:sp>
        <p:nvSpPr>
          <p:cNvPr id="7" name="">
            <a:extLst xmlns:a="http://schemas.openxmlformats.org/drawingml/2006/main">
              <a:ext uri="{FF2B5EF4-FFF2-40B4-BE49-F238E27FC236}">
                <a16:creationId xmlns:a16="http://schemas.microsoft.com/office/drawing/2014/main" id="{DC8F71B9-31EC-4DF4-B128-5AD4543D47F9}"/>
              </a:ext>
            </a:extLst>
          </p:cNvPr>
          <p:cNvSpPr>
            <a:spLocks xmlns:a="http://schemas.openxmlformats.org/drawingml/2006/main" noGrp="1"/>
          </p:cNvSpPr>
          <p:nvPr/>
        </p:nvSpPr>
        <p:spPr>
          <a:xfrm xmlns:a="http://schemas.openxmlformats.org/drawingml/2006/main">
            <a:off x="9334500" y="5743575"/>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Fall 2026</a:t>
            </a:r>
          </a:p>
        </p:txBody>
      </p:sp>
    </p:spTree>
    <p:extLst>
      <p:ext uri="{BB962C8B-B14F-4D97-AF65-F5344CB8AC3E}">
        <p14:creationId xmlns:p14="http://schemas.microsoft.com/office/powerpoint/2010/main" val="11608286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F244B87-67A8-4438-AE10-D7A00DEC2272}"/>
              </a:ext>
            </a:extLst>
          </p:cNvPr>
          <p:cNvSpPr>
            <a:spLocks xmlns:a="http://schemas.openxmlformats.org/drawingml/2006/main" noGrp="1"/>
          </p:cNvSpPr>
          <p:nvPr/>
        </p:nvSpPr>
        <p:spPr>
          <a:xfrm xmlns:a="http://schemas.openxmlformats.org/drawingml/2006/main">
            <a:off x="6858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050" b="1">
                <a:solidFill>
                  <a:srgbClr val="6E6E73"/>
                </a:solidFill>
                <a:latin typeface="Helvetica Neue"/>
                <a:ea typeface="Helvetica Neue"/>
                <a:cs typeface="Helvetica Neue"/>
              </a:defRPr>
            </a:pPr>
            <a:r>
              <a:rPr sz="1050" b="1">
                <a:solidFill>
                  <a:srgbClr val="6E6E73"/>
                </a:solidFill>
                <a:latin typeface="Helvetica Neue"/>
                <a:ea typeface="Helvetica Neue"/>
                <a:cs typeface="Helvetica Neue"/>
              </a:rPr>
              <a:t>WHAT IS A DATABASE?</a:t>
            </a:r>
          </a:p>
        </p:txBody>
      </p:sp>
      <p:sp>
        <p:nvSpPr>
          <p:cNvPr id="2" name="slide-title">
            <a:extLst xmlns:a="http://schemas.openxmlformats.org/drawingml/2006/main">
              <a:ext uri="{FF2B5EF4-FFF2-40B4-BE49-F238E27FC236}">
                <a16:creationId xmlns:a16="http://schemas.microsoft.com/office/drawing/2014/main" id="{845027D1-380A-4BDB-838F-50547266639C}"/>
              </a:ext>
            </a:extLst>
          </p:cNvPr>
          <p:cNvSpPr>
            <a:spLocks xmlns:a="http://schemas.openxmlformats.org/drawingml/2006/main" noGrp="1"/>
          </p:cNvSpPr>
          <p:nvPr/>
        </p:nvSpPr>
        <p:spPr>
          <a:xfrm xmlns:a="http://schemas.openxmlformats.org/drawingml/2006/main">
            <a:off x="685800" y="5715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4125" b="1">
                <a:solidFill>
                  <a:srgbClr val="000000"/>
                </a:solidFill>
                <a:latin typeface="Helvetica Neue"/>
                <a:ea typeface="Helvetica Neue"/>
                <a:cs typeface="Helvetica Neue"/>
              </a:defRPr>
            </a:pPr>
            <a:r>
              <a:rPr sz="4125" b="1">
                <a:solidFill>
                  <a:srgbClr val="000000"/>
                </a:solidFill>
                <a:latin typeface="Helvetica Neue"/>
                <a:ea typeface="Helvetica Neue"/>
                <a:cs typeface="Helvetica Neue"/>
              </a:rPr>
              <a:t>Every product remembers something.</a:t>
            </a:r>
          </a:p>
        </p:txBody>
      </p:sp>
      <p:sp>
        <p:nvSpPr>
          <p:cNvPr id="3" name="">
            <a:extLst xmlns:a="http://schemas.openxmlformats.org/drawingml/2006/main">
              <a:ext uri="{FF2B5EF4-FFF2-40B4-BE49-F238E27FC236}">
                <a16:creationId xmlns:a16="http://schemas.microsoft.com/office/drawing/2014/main" id="{85B7D416-DE27-4F7C-9856-1C2E28ABF03D}"/>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1b4d38550454db6"/>
          <a:stretch xmlns:a="http://schemas.openxmlformats.org/drawingml/2006/main"/>
        </p:blipFill>
        <p:spPr>
          <a:xfrm xmlns:a="http://schemas.openxmlformats.org/drawingml/2006/main">
            <a:off x="981075" y="1790700"/>
            <a:ext cx="933450" cy="10668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d2987e369ae4741"/>
          <a:stretch xmlns:a="http://schemas.openxmlformats.org/drawingml/2006/main"/>
        </p:blipFill>
        <p:spPr>
          <a:xfrm xmlns:a="http://schemas.openxmlformats.org/drawingml/2006/main">
            <a:off x="2943225" y="1790700"/>
            <a:ext cx="933450" cy="106680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85a96f61dd247f6"/>
          <a:stretch xmlns:a="http://schemas.openxmlformats.org/drawingml/2006/main"/>
        </p:blipFill>
        <p:spPr>
          <a:xfrm xmlns:a="http://schemas.openxmlformats.org/drawingml/2006/main">
            <a:off x="931069" y="3857625"/>
            <a:ext cx="1033463" cy="10668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8271175a2814aac"/>
          <a:stretch xmlns:a="http://schemas.openxmlformats.org/drawingml/2006/main"/>
        </p:blipFill>
        <p:spPr>
          <a:xfrm xmlns:a="http://schemas.openxmlformats.org/drawingml/2006/main">
            <a:off x="2943225" y="3857625"/>
            <a:ext cx="933450" cy="1066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D52810F-1D60-4157-8837-A1FC3577471F}"/>
              </a:ext>
            </a:extLst>
          </p:cNvPr>
          <p:cNvSpPr>
            <a:spLocks xmlns:a="http://schemas.openxmlformats.org/drawingml/2006/main" noGrp="1"/>
          </p:cNvSpPr>
          <p:nvPr/>
        </p:nvSpPr>
        <p:spPr>
          <a:xfrm xmlns:a="http://schemas.openxmlformats.org/drawingml/2006/main">
            <a:off x="723900" y="29718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orders</a:t>
            </a:r>
          </a:p>
        </p:txBody>
      </p:sp>
      <p:sp>
        <p:nvSpPr>
          <p:cNvPr id="9" name="">
            <a:extLst xmlns:a="http://schemas.openxmlformats.org/drawingml/2006/main">
              <a:ext uri="{FF2B5EF4-FFF2-40B4-BE49-F238E27FC236}">
                <a16:creationId xmlns:a16="http://schemas.microsoft.com/office/drawing/2014/main" id="{3EC4427D-09E1-486E-88E2-7D1EAF53DA35}"/>
              </a:ext>
            </a:extLst>
          </p:cNvPr>
          <p:cNvSpPr>
            <a:spLocks xmlns:a="http://schemas.openxmlformats.org/drawingml/2006/main" noGrp="1"/>
          </p:cNvSpPr>
          <p:nvPr/>
        </p:nvSpPr>
        <p:spPr>
          <a:xfrm xmlns:a="http://schemas.openxmlformats.org/drawingml/2006/main">
            <a:off x="2686050" y="29718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posts</a:t>
            </a:r>
          </a:p>
        </p:txBody>
      </p:sp>
      <p:sp>
        <p:nvSpPr>
          <p:cNvPr id="10" name="">
            <a:extLst xmlns:a="http://schemas.openxmlformats.org/drawingml/2006/main">
              <a:ext uri="{FF2B5EF4-FFF2-40B4-BE49-F238E27FC236}">
                <a16:creationId xmlns:a16="http://schemas.microsoft.com/office/drawing/2014/main" id="{8F6EF6F1-2DAA-4853-8229-7D4A0E714735}"/>
              </a:ext>
            </a:extLst>
          </p:cNvPr>
          <p:cNvSpPr>
            <a:spLocks xmlns:a="http://schemas.openxmlformats.org/drawingml/2006/main" noGrp="1"/>
          </p:cNvSpPr>
          <p:nvPr/>
        </p:nvSpPr>
        <p:spPr>
          <a:xfrm xmlns:a="http://schemas.openxmlformats.org/drawingml/2006/main">
            <a:off x="723900" y="5038725"/>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playlists</a:t>
            </a:r>
          </a:p>
        </p:txBody>
      </p:sp>
      <p:sp>
        <p:nvSpPr>
          <p:cNvPr id="11" name="">
            <a:extLst xmlns:a="http://schemas.openxmlformats.org/drawingml/2006/main">
              <a:ext uri="{FF2B5EF4-FFF2-40B4-BE49-F238E27FC236}">
                <a16:creationId xmlns:a16="http://schemas.microsoft.com/office/drawing/2014/main" id="{9244A4D3-E996-47D1-9A31-6CF50E374EF7}"/>
              </a:ext>
            </a:extLst>
          </p:cNvPr>
          <p:cNvSpPr>
            <a:spLocks xmlns:a="http://schemas.openxmlformats.org/drawingml/2006/main" noGrp="1"/>
          </p:cNvSpPr>
          <p:nvPr/>
        </p:nvSpPr>
        <p:spPr>
          <a:xfrm xmlns:a="http://schemas.openxmlformats.org/drawingml/2006/main">
            <a:off x="2686050" y="5038725"/>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E6E73"/>
                </a:solidFill>
                <a:latin typeface="Helvetica Neue"/>
                <a:ea typeface="Helvetica Neue"/>
                <a:cs typeface="Helvetica Neue"/>
              </a:defRPr>
            </a:pPr>
            <a:r>
              <a:rPr sz="1350" b="0">
                <a:solidFill>
                  <a:srgbClr val="6E6E73"/>
                </a:solidFill>
                <a:latin typeface="Helvetica Neue"/>
                <a:ea typeface="Helvetica Neue"/>
                <a:cs typeface="Helvetica Neue"/>
              </a:rPr>
              <a:t>trips</a:t>
            </a:r>
          </a:p>
        </p:txBody>
      </p:sp>
      <p:sp>
        <p:nvSpPr>
          <p:cNvPr id="12" name="">
            <a:extLst xmlns:a="http://schemas.openxmlformats.org/drawingml/2006/main">
              <a:ext uri="{FF2B5EF4-FFF2-40B4-BE49-F238E27FC236}">
                <a16:creationId xmlns:a16="http://schemas.microsoft.com/office/drawing/2014/main" id="{6F31E007-6DE3-491D-83C8-A1E92A8F1C67}"/>
              </a:ext>
            </a:extLst>
          </p:cNvPr>
          <p:cNvSpPr>
            <a:spLocks xmlns:a="http://schemas.openxmlformats.org/drawingml/2006/main" noGrp="1"/>
          </p:cNvSpPr>
          <p:nvPr/>
        </p:nvSpPr>
        <p:spPr>
          <a:xfrm xmlns:a="http://schemas.openxmlformats.org/drawingml/2006/main">
            <a:off x="4686300" y="1619250"/>
            <a:ext cx="0" cy="417195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13" name="">
            <a:extLst xmlns:a="http://schemas.openxmlformats.org/drawingml/2006/main">
              <a:ext uri="{FF2B5EF4-FFF2-40B4-BE49-F238E27FC236}">
                <a16:creationId xmlns:a16="http://schemas.microsoft.com/office/drawing/2014/main" id="{B0669481-0661-48A4-B954-C9AF2A9EDD7C}"/>
              </a:ext>
            </a:extLst>
          </p:cNvPr>
          <p:cNvSpPr>
            <a:spLocks xmlns:a="http://schemas.openxmlformats.org/drawingml/2006/main" noGrp="1"/>
          </p:cNvSpPr>
          <p:nvPr/>
        </p:nvSpPr>
        <p:spPr>
          <a:xfrm xmlns:a="http://schemas.openxmlformats.org/drawingml/2006/main">
            <a:off x="4972050" y="16764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YOUR FIRST PICTURE</a:t>
            </a:r>
          </a:p>
        </p:txBody>
      </p:sp>
      <p:sp>
        <p:nvSpPr>
          <p:cNvPr id="14" name="sql-query">
            <a:extLst xmlns:a="http://schemas.openxmlformats.org/drawingml/2006/main">
              <a:ext uri="{FF2B5EF4-FFF2-40B4-BE49-F238E27FC236}">
                <a16:creationId xmlns:a16="http://schemas.microsoft.com/office/drawing/2014/main" id="{53758D9C-7E6E-4188-AC87-2AECDC8A9AFF}"/>
              </a:ext>
            </a:extLst>
          </p:cNvPr>
          <p:cNvSpPr>
            <a:spLocks xmlns:a="http://schemas.openxmlformats.org/drawingml/2006/main" noGrp="1"/>
          </p:cNvSpPr>
          <p:nvPr/>
        </p:nvSpPr>
        <p:spPr>
          <a:xfrm xmlns:a="http://schemas.openxmlformats.org/drawingml/2006/main">
            <a:off x="4838700" y="3038475"/>
            <a:ext cx="1371600" cy="742950"/>
          </a:xfrm>
          <a:prstGeom xmlns:a="http://schemas.openxmlformats.org/drawingml/2006/main" prst="roundRect">
            <a:avLst>
              <a:gd name="adj" fmla="val 10256"/>
            </a:avLst>
          </a:prstGeom>
          <a:solidFill xmlns:a="http://schemas.openxmlformats.org/drawingml/2006/main">
            <a:srgbClr val="000000"/>
          </a:solidFill>
          <a:ln xmlns:a="http://schemas.openxmlformats.org/drawingml/2006/main" w="9525">
            <a:solidFill>
              <a:srgbClr val="000000"/>
            </a:solidFill>
            <a:prstDash val="solid"/>
          </a:ln>
        </p:spPr>
      </p:sp>
      <p:sp>
        <p:nvSpPr>
          <p:cNvPr id="15" name="">
            <a:extLst xmlns:a="http://schemas.openxmlformats.org/drawingml/2006/main">
              <a:ext uri="{FF2B5EF4-FFF2-40B4-BE49-F238E27FC236}">
                <a16:creationId xmlns:a16="http://schemas.microsoft.com/office/drawing/2014/main" id="{763BA264-8AA4-4D58-999E-45F94167C57E}"/>
              </a:ext>
            </a:extLst>
          </p:cNvPr>
          <p:cNvSpPr>
            <a:spLocks xmlns:a="http://schemas.openxmlformats.org/drawingml/2006/main" noGrp="1"/>
          </p:cNvSpPr>
          <p:nvPr/>
        </p:nvSpPr>
        <p:spPr>
          <a:xfrm xmlns:a="http://schemas.openxmlformats.org/drawingml/2006/main">
            <a:off x="4972050" y="3133725"/>
            <a:ext cx="1104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SELECT …</a:t>
            </a:r>
          </a:p>
        </p:txBody>
      </p:sp>
      <p:sp>
        <p:nvSpPr>
          <p:cNvPr id="16" name="">
            <a:extLst xmlns:a="http://schemas.openxmlformats.org/drawingml/2006/main">
              <a:ext uri="{FF2B5EF4-FFF2-40B4-BE49-F238E27FC236}">
                <a16:creationId xmlns:a16="http://schemas.microsoft.com/office/drawing/2014/main" id="{68216522-DBC0-4A48-B679-2A09092FD605}"/>
              </a:ext>
            </a:extLst>
          </p:cNvPr>
          <p:cNvSpPr>
            <a:spLocks xmlns:a="http://schemas.openxmlformats.org/drawingml/2006/main" noGrp="1"/>
          </p:cNvSpPr>
          <p:nvPr/>
        </p:nvSpPr>
        <p:spPr>
          <a:xfrm xmlns:a="http://schemas.openxmlformats.org/drawingml/2006/main">
            <a:off x="6210300" y="3076575"/>
            <a:ext cx="38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439"/>
          </a:bodyPr>
          <a:lstStyle xmlns:a="http://schemas.openxmlformats.org/drawingml/2006/main"/>
          <a:p xmlns:a="http://schemas.openxmlformats.org/drawingml/2006/main">
            <a:pPr algn="ctr">
              <a:defRPr sz="3150" b="1">
                <a:solidFill>
                  <a:srgbClr val="6E6E73"/>
                </a:solidFill>
                <a:latin typeface="Helvetica Neue"/>
                <a:ea typeface="Helvetica Neue"/>
                <a:cs typeface="Helvetica Neue"/>
              </a:defRPr>
            </a:pPr>
            <a:r>
              <a:rPr sz="3150" b="1">
                <a:solidFill>
                  <a:srgbClr val="6E6E73"/>
                </a:solidFill>
                <a:latin typeface="Helvetica Neue"/>
                <a:ea typeface="Helvetica Neue"/>
                <a:cs typeface="Helvetica Neue"/>
              </a:rPr>
              <a:t>→</a:t>
            </a:r>
          </a:p>
        </p:txBody>
      </p:sp>
      <p:sp>
        <p:nvSpPr>
          <p:cNvPr id="17" name="mysql-server">
            <a:extLst xmlns:a="http://schemas.openxmlformats.org/drawingml/2006/main">
              <a:ext uri="{FF2B5EF4-FFF2-40B4-BE49-F238E27FC236}">
                <a16:creationId xmlns:a16="http://schemas.microsoft.com/office/drawing/2014/main" id="{53B99243-F160-4A9F-A67B-05DFED29D77B}"/>
              </a:ext>
            </a:extLst>
          </p:cNvPr>
          <p:cNvSpPr>
            <a:spLocks xmlns:a="http://schemas.openxmlformats.org/drawingml/2006/main" noGrp="1"/>
          </p:cNvSpPr>
          <p:nvPr/>
        </p:nvSpPr>
        <p:spPr>
          <a:xfrm xmlns:a="http://schemas.openxmlformats.org/drawingml/2006/main">
            <a:off x="6667500" y="1543050"/>
            <a:ext cx="4648200" cy="4362450"/>
          </a:xfrm>
          <a:prstGeom xmlns:a="http://schemas.openxmlformats.org/drawingml/2006/main" prst="roundRect">
            <a:avLst>
              <a:gd name="adj" fmla="val 1747"/>
            </a:avLst>
          </a:prstGeom>
          <a:solidFill xmlns:a="http://schemas.openxmlformats.org/drawingml/2006/main">
            <a:srgbClr val="FFFFFF"/>
          </a:solidFill>
          <a:ln xmlns:a="http://schemas.openxmlformats.org/drawingml/2006/main" w="28575">
            <a:solidFill>
              <a:srgbClr val="000000"/>
            </a:solidFill>
            <a:prstDash val="solid"/>
          </a:ln>
        </p:spPr>
      </p:sp>
      <p:sp>
        <p:nvSpPr>
          <p:cNvPr id="18" name="">
            <a:extLst xmlns:a="http://schemas.openxmlformats.org/drawingml/2006/main">
              <a:ext uri="{FF2B5EF4-FFF2-40B4-BE49-F238E27FC236}">
                <a16:creationId xmlns:a16="http://schemas.microsoft.com/office/drawing/2014/main" id="{045A7B3F-FB1E-4ED2-9DFD-598955C8F0C9}"/>
              </a:ext>
            </a:extLst>
          </p:cNvPr>
          <p:cNvSpPr>
            <a:spLocks xmlns:a="http://schemas.openxmlformats.org/drawingml/2006/main" noGrp="1"/>
          </p:cNvSpPr>
          <p:nvPr/>
        </p:nvSpPr>
        <p:spPr>
          <a:xfrm xmlns:a="http://schemas.openxmlformats.org/drawingml/2006/main">
            <a:off x="6915150" y="17335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SERVER</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39ac995c2114528"/>
          <a:stretch xmlns:a="http://schemas.openxmlformats.org/drawingml/2006/main"/>
        </p:blipFill>
        <p:spPr>
          <a:xfrm xmlns:a="http://schemas.openxmlformats.org/drawingml/2006/main">
            <a:off x="8231717" y="1619250"/>
            <a:ext cx="1557867" cy="1066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16004A40-A43A-40E6-A1FF-9075F8147D27}"/>
              </a:ext>
            </a:extLst>
          </p:cNvPr>
          <p:cNvSpPr>
            <a:spLocks xmlns:a="http://schemas.openxmlformats.org/drawingml/2006/main" noGrp="1"/>
          </p:cNvSpPr>
          <p:nvPr/>
        </p:nvSpPr>
        <p:spPr>
          <a:xfrm xmlns:a="http://schemas.openxmlformats.org/drawingml/2006/main">
            <a:off x="7029450" y="2781300"/>
            <a:ext cx="3924300" cy="533400"/>
          </a:xfrm>
          <a:prstGeom xmlns:a="http://schemas.openxmlformats.org/drawingml/2006/main" prst="roundRect">
            <a:avLst>
              <a:gd name="adj" fmla="val 8929"/>
            </a:avLst>
          </a:prstGeom>
          <a:solidFill xmlns:a="http://schemas.openxmlformats.org/drawingml/2006/main">
            <a:srgbClr val="000000"/>
          </a:solidFill>
          <a:ln xmlns:a="http://schemas.openxmlformats.org/drawingml/2006/main" w="9525">
            <a:solidFill>
              <a:srgbClr val="000000"/>
            </a:solidFill>
            <a:prstDash val="solid"/>
          </a:ln>
        </p:spPr>
      </p:sp>
      <p:sp>
        <p:nvSpPr>
          <p:cNvPr id="21" name="">
            <a:extLst xmlns:a="http://schemas.openxmlformats.org/drawingml/2006/main">
              <a:ext uri="{FF2B5EF4-FFF2-40B4-BE49-F238E27FC236}">
                <a16:creationId xmlns:a16="http://schemas.microsoft.com/office/drawing/2014/main" id="{5D016CDD-71EF-4E69-8643-9E5B99FEEC8D}"/>
              </a:ext>
            </a:extLst>
          </p:cNvPr>
          <p:cNvSpPr>
            <a:spLocks xmlns:a="http://schemas.openxmlformats.org/drawingml/2006/main" noGrp="1"/>
          </p:cNvSpPr>
          <p:nvPr/>
        </p:nvSpPr>
        <p:spPr>
          <a:xfrm xmlns:a="http://schemas.openxmlformats.org/drawingml/2006/main">
            <a:off x="7162800" y="2876550"/>
            <a:ext cx="365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SQL parser + optimizer</a:t>
            </a:r>
          </a:p>
        </p:txBody>
      </p:sp>
      <p:sp>
        <p:nvSpPr>
          <p:cNvPr id="22" name="">
            <a:extLst xmlns:a="http://schemas.openxmlformats.org/drawingml/2006/main">
              <a:ext uri="{FF2B5EF4-FFF2-40B4-BE49-F238E27FC236}">
                <a16:creationId xmlns:a16="http://schemas.microsoft.com/office/drawing/2014/main" id="{AFF0B4D9-BF39-49B7-81C4-BDAE1AF703D5}"/>
              </a:ext>
            </a:extLst>
          </p:cNvPr>
          <p:cNvSpPr>
            <a:spLocks xmlns:a="http://schemas.openxmlformats.org/drawingml/2006/main" noGrp="1"/>
          </p:cNvSpPr>
          <p:nvPr/>
        </p:nvSpPr>
        <p:spPr>
          <a:xfrm xmlns:a="http://schemas.openxmlformats.org/drawingml/2006/main">
            <a:off x="7029450" y="3505200"/>
            <a:ext cx="1866900" cy="571500"/>
          </a:xfrm>
          <a:prstGeom xmlns:a="http://schemas.openxmlformats.org/drawingml/2006/main" prst="roundRect">
            <a:avLst>
              <a:gd name="adj" fmla="val 8333"/>
            </a:avLst>
          </a:prstGeom>
          <a:solidFill xmlns:a="http://schemas.openxmlformats.org/drawingml/2006/main">
            <a:srgbClr val="F5F5F7"/>
          </a:solidFill>
          <a:ln xmlns:a="http://schemas.openxmlformats.org/drawingml/2006/main" w="9525">
            <a:solidFill>
              <a:srgbClr val="D2D2D7"/>
            </a:solidFill>
            <a:prstDash val="solid"/>
          </a:ln>
        </p:spPr>
      </p:sp>
      <p:sp>
        <p:nvSpPr>
          <p:cNvPr id="23" name="">
            <a:extLst xmlns:a="http://schemas.openxmlformats.org/drawingml/2006/main">
              <a:ext uri="{FF2B5EF4-FFF2-40B4-BE49-F238E27FC236}">
                <a16:creationId xmlns:a16="http://schemas.microsoft.com/office/drawing/2014/main" id="{644CFCE3-EC45-4349-9629-95F9163B5EFA}"/>
              </a:ext>
            </a:extLst>
          </p:cNvPr>
          <p:cNvSpPr>
            <a:spLocks xmlns:a="http://schemas.openxmlformats.org/drawingml/2006/main" noGrp="1"/>
          </p:cNvSpPr>
          <p:nvPr/>
        </p:nvSpPr>
        <p:spPr>
          <a:xfrm xmlns:a="http://schemas.openxmlformats.org/drawingml/2006/main">
            <a:off x="7162800" y="3600450"/>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transactions</a:t>
            </a:r>
          </a:p>
        </p:txBody>
      </p:sp>
      <p:sp>
        <p:nvSpPr>
          <p:cNvPr id="24" name="">
            <a:extLst xmlns:a="http://schemas.openxmlformats.org/drawingml/2006/main">
              <a:ext uri="{FF2B5EF4-FFF2-40B4-BE49-F238E27FC236}">
                <a16:creationId xmlns:a16="http://schemas.microsoft.com/office/drawing/2014/main" id="{C28FFEFB-913F-4DEE-8F19-E125FBFF8256}"/>
              </a:ext>
            </a:extLst>
          </p:cNvPr>
          <p:cNvSpPr>
            <a:spLocks xmlns:a="http://schemas.openxmlformats.org/drawingml/2006/main" noGrp="1"/>
          </p:cNvSpPr>
          <p:nvPr/>
        </p:nvSpPr>
        <p:spPr>
          <a:xfrm xmlns:a="http://schemas.openxmlformats.org/drawingml/2006/main">
            <a:off x="9086850" y="3505200"/>
            <a:ext cx="1866900" cy="571500"/>
          </a:xfrm>
          <a:prstGeom xmlns:a="http://schemas.openxmlformats.org/drawingml/2006/main" prst="roundRect">
            <a:avLst>
              <a:gd name="adj" fmla="val 8333"/>
            </a:avLst>
          </a:prstGeom>
          <a:solidFill xmlns:a="http://schemas.openxmlformats.org/drawingml/2006/main">
            <a:srgbClr val="F5F5F7"/>
          </a:solidFill>
          <a:ln xmlns:a="http://schemas.openxmlformats.org/drawingml/2006/main" w="9525">
            <a:solidFill>
              <a:srgbClr val="D2D2D7"/>
            </a:solidFill>
            <a:prstDash val="solid"/>
          </a:ln>
        </p:spPr>
      </p:sp>
      <p:sp>
        <p:nvSpPr>
          <p:cNvPr id="25" name="">
            <a:extLst xmlns:a="http://schemas.openxmlformats.org/drawingml/2006/main">
              <a:ext uri="{FF2B5EF4-FFF2-40B4-BE49-F238E27FC236}">
                <a16:creationId xmlns:a16="http://schemas.microsoft.com/office/drawing/2014/main" id="{699B2F6F-4AE2-4F8F-BFF6-B21EC9682483}"/>
              </a:ext>
            </a:extLst>
          </p:cNvPr>
          <p:cNvSpPr>
            <a:spLocks xmlns:a="http://schemas.openxmlformats.org/drawingml/2006/main" noGrp="1"/>
          </p:cNvSpPr>
          <p:nvPr/>
        </p:nvSpPr>
        <p:spPr>
          <a:xfrm xmlns:a="http://schemas.openxmlformats.org/drawingml/2006/main">
            <a:off x="9220200" y="3600450"/>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buffer pool</a:t>
            </a:r>
          </a:p>
        </p:txBody>
      </p:sp>
      <p:sp>
        <p:nvSpPr>
          <p:cNvPr id="26" name="">
            <a:extLst xmlns:a="http://schemas.openxmlformats.org/drawingml/2006/main">
              <a:ext uri="{FF2B5EF4-FFF2-40B4-BE49-F238E27FC236}">
                <a16:creationId xmlns:a16="http://schemas.microsoft.com/office/drawing/2014/main" id="{78A67DE1-5F6D-49B6-A345-886E98058EAE}"/>
              </a:ext>
            </a:extLst>
          </p:cNvPr>
          <p:cNvSpPr>
            <a:spLocks xmlns:a="http://schemas.openxmlformats.org/drawingml/2006/main" noGrp="1"/>
          </p:cNvSpPr>
          <p:nvPr/>
        </p:nvSpPr>
        <p:spPr>
          <a:xfrm xmlns:a="http://schemas.openxmlformats.org/drawingml/2006/main">
            <a:off x="7029450" y="4286250"/>
            <a:ext cx="3924300" cy="62865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000000"/>
            </a:solidFill>
            <a:prstDash val="solid"/>
          </a:ln>
        </p:spPr>
      </p:sp>
      <p:sp>
        <p:nvSpPr>
          <p:cNvPr id="27" name="">
            <a:extLst xmlns:a="http://schemas.openxmlformats.org/drawingml/2006/main">
              <a:ext uri="{FF2B5EF4-FFF2-40B4-BE49-F238E27FC236}">
                <a16:creationId xmlns:a16="http://schemas.microsoft.com/office/drawing/2014/main" id="{5608C151-75B7-4042-A8B7-6162DC853708}"/>
              </a:ext>
            </a:extLst>
          </p:cNvPr>
          <p:cNvSpPr>
            <a:spLocks xmlns:a="http://schemas.openxmlformats.org/drawingml/2006/main" noGrp="1"/>
          </p:cNvSpPr>
          <p:nvPr/>
        </p:nvSpPr>
        <p:spPr>
          <a:xfrm xmlns:a="http://schemas.openxmlformats.org/drawingml/2006/main">
            <a:off x="7162800" y="4381500"/>
            <a:ext cx="365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tables + indexes</a:t>
            </a:r>
          </a:p>
        </p:txBody>
      </p:sp>
      <p:sp>
        <p:nvSpPr>
          <p:cNvPr id="28" name="">
            <a:extLst xmlns:a="http://schemas.openxmlformats.org/drawingml/2006/main">
              <a:ext uri="{FF2B5EF4-FFF2-40B4-BE49-F238E27FC236}">
                <a16:creationId xmlns:a16="http://schemas.microsoft.com/office/drawing/2014/main" id="{A44B18C1-9C46-4663-8DA9-70EFEDFF6B49}"/>
              </a:ext>
            </a:extLst>
          </p:cNvPr>
          <p:cNvSpPr>
            <a:spLocks xmlns:a="http://schemas.openxmlformats.org/drawingml/2006/main" noGrp="1"/>
          </p:cNvSpPr>
          <p:nvPr/>
        </p:nvSpPr>
        <p:spPr>
          <a:xfrm xmlns:a="http://schemas.openxmlformats.org/drawingml/2006/main">
            <a:off x="7029450" y="5143500"/>
            <a:ext cx="3924300" cy="476250"/>
          </a:xfrm>
          <a:prstGeom xmlns:a="http://schemas.openxmlformats.org/drawingml/2006/main" prst="roundRect">
            <a:avLst>
              <a:gd name="adj" fmla="val 10000"/>
            </a:avLst>
          </a:prstGeom>
          <a:solidFill xmlns:a="http://schemas.openxmlformats.org/drawingml/2006/main">
            <a:srgbClr val="000000"/>
          </a:solidFill>
          <a:ln xmlns:a="http://schemas.openxmlformats.org/drawingml/2006/main" w="9525">
            <a:solidFill>
              <a:srgbClr val="000000"/>
            </a:solidFill>
            <a:prstDash val="solid"/>
          </a:ln>
        </p:spPr>
      </p:sp>
      <p:sp>
        <p:nvSpPr>
          <p:cNvPr id="29" name="">
            <a:extLst xmlns:a="http://schemas.openxmlformats.org/drawingml/2006/main">
              <a:ext uri="{FF2B5EF4-FFF2-40B4-BE49-F238E27FC236}">
                <a16:creationId xmlns:a16="http://schemas.microsoft.com/office/drawing/2014/main" id="{9FC624FF-A25D-423C-AD8C-AFCD94E90BB7}"/>
              </a:ext>
            </a:extLst>
          </p:cNvPr>
          <p:cNvSpPr>
            <a:spLocks xmlns:a="http://schemas.openxmlformats.org/drawingml/2006/main" noGrp="1"/>
          </p:cNvSpPr>
          <p:nvPr/>
        </p:nvSpPr>
        <p:spPr>
          <a:xfrm xmlns:a="http://schemas.openxmlformats.org/drawingml/2006/main">
            <a:off x="7162800" y="5238750"/>
            <a:ext cx="365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redo / undo logs</a:t>
            </a:r>
          </a:p>
        </p:txBody>
      </p:sp>
    </p:spTree>
    <p:extLst>
      <p:ext uri="{BB962C8B-B14F-4D97-AF65-F5344CB8AC3E}">
        <p14:creationId xmlns:p14="http://schemas.microsoft.com/office/powerpoint/2010/main" val="1056116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1460031-29E0-49E0-81C2-85743D8DCDE1}"/>
              </a:ext>
            </a:extLst>
          </p:cNvPr>
          <p:cNvSpPr>
            <a:spLocks xmlns:a="http://schemas.openxmlformats.org/drawingml/2006/main" noGrp="1"/>
          </p:cNvSpPr>
          <p:nvPr/>
        </p:nvSpPr>
        <p:spPr>
          <a:xfrm xmlns:a="http://schemas.openxmlformats.org/drawingml/2006/main">
            <a:off x="6858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050" b="1">
                <a:solidFill>
                  <a:srgbClr val="6E6E73"/>
                </a:solidFill>
                <a:latin typeface="Helvetica Neue"/>
                <a:ea typeface="Helvetica Neue"/>
                <a:cs typeface="Helvetica Neue"/>
              </a:defRPr>
            </a:pPr>
            <a:r>
              <a:rPr sz="1050" b="1">
                <a:solidFill>
                  <a:srgbClr val="6E6E73"/>
                </a:solidFill>
                <a:latin typeface="Helvetica Neue"/>
                <a:ea typeface="Helvetica Neue"/>
                <a:cs typeface="Helvetica Neue"/>
              </a:rPr>
              <a:t>WHAT CHANGED?</a:t>
            </a:r>
          </a:p>
        </p:txBody>
      </p:sp>
      <p:sp>
        <p:nvSpPr>
          <p:cNvPr id="2" name="slide-title">
            <a:extLst xmlns:a="http://schemas.openxmlformats.org/drawingml/2006/main">
              <a:ext uri="{FF2B5EF4-FFF2-40B4-BE49-F238E27FC236}">
                <a16:creationId xmlns:a16="http://schemas.microsoft.com/office/drawing/2014/main" id="{2C0EDEB7-12D6-49B2-A73D-C78CD0A28A79}"/>
              </a:ext>
            </a:extLst>
          </p:cNvPr>
          <p:cNvSpPr>
            <a:spLocks xmlns:a="http://schemas.openxmlformats.org/drawingml/2006/main" noGrp="1"/>
          </p:cNvSpPr>
          <p:nvPr/>
        </p:nvSpPr>
        <p:spPr>
          <a:xfrm xmlns:a="http://schemas.openxmlformats.org/drawingml/2006/main">
            <a:off x="685800" y="5715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4125" b="1">
                <a:solidFill>
                  <a:srgbClr val="000000"/>
                </a:solidFill>
                <a:latin typeface="Helvetica Neue"/>
                <a:ea typeface="Helvetica Neue"/>
                <a:cs typeface="Helvetica Neue"/>
              </a:defRPr>
            </a:pPr>
            <a:r>
              <a:rPr sz="4125" b="1">
                <a:solidFill>
                  <a:srgbClr val="000000"/>
                </a:solidFill>
                <a:latin typeface="Helvetica Neue"/>
                <a:ea typeface="Helvetica Neue"/>
                <a:cs typeface="Helvetica Neue"/>
              </a:rPr>
              <a:t>Same tables. No server.</a:t>
            </a:r>
          </a:p>
        </p:txBody>
      </p:sp>
      <p:sp>
        <p:nvSpPr>
          <p:cNvPr id="3" name="">
            <a:extLst xmlns:a="http://schemas.openxmlformats.org/drawingml/2006/main">
              <a:ext uri="{FF2B5EF4-FFF2-40B4-BE49-F238E27FC236}">
                <a16:creationId xmlns:a16="http://schemas.microsoft.com/office/drawing/2014/main" id="{2734EE0B-96FF-4F98-BC3F-4475CE6CEC8A}"/>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4" name="sqlite-cli">
            <a:extLst xmlns:a="http://schemas.openxmlformats.org/drawingml/2006/main">
              <a:ext uri="{FF2B5EF4-FFF2-40B4-BE49-F238E27FC236}">
                <a16:creationId xmlns:a16="http://schemas.microsoft.com/office/drawing/2014/main" id="{5AB72B14-7E0E-41F0-9AAE-C92CB84BC15F}"/>
              </a:ext>
            </a:extLst>
          </p:cNvPr>
          <p:cNvSpPr>
            <a:spLocks xmlns:a="http://schemas.openxmlformats.org/drawingml/2006/main" noGrp="1"/>
          </p:cNvSpPr>
          <p:nvPr/>
        </p:nvSpPr>
        <p:spPr>
          <a:xfrm xmlns:a="http://schemas.openxmlformats.org/drawingml/2006/main">
            <a:off x="685800" y="1752600"/>
            <a:ext cx="4038600" cy="1962150"/>
          </a:xfrm>
          <a:prstGeom xmlns:a="http://schemas.openxmlformats.org/drawingml/2006/main" prst="roundRect">
            <a:avLst>
              <a:gd name="adj" fmla="val 4854"/>
            </a:avLst>
          </a:prstGeom>
          <a:solidFill xmlns:a="http://schemas.openxmlformats.org/drawingml/2006/main">
            <a:srgbClr val="000000"/>
          </a:solidFill>
          <a:ln xmlns:a="http://schemas.openxmlformats.org/drawingml/2006/main" w="9525">
            <a:solidFill>
              <a:srgbClr val="000000"/>
            </a:solidFill>
            <a:prstDash val="solid"/>
          </a:ln>
        </p:spPr>
      </p:sp>
      <p:sp>
        <p:nvSpPr>
          <p:cNvPr id="5" name="">
            <a:extLst xmlns:a="http://schemas.openxmlformats.org/drawingml/2006/main">
              <a:ext uri="{FF2B5EF4-FFF2-40B4-BE49-F238E27FC236}">
                <a16:creationId xmlns:a16="http://schemas.microsoft.com/office/drawing/2014/main" id="{D4E78E1D-1337-40BC-AC74-CEC1EDA92CB4}"/>
              </a:ext>
            </a:extLst>
          </p:cNvPr>
          <p:cNvSpPr>
            <a:spLocks xmlns:a="http://schemas.openxmlformats.org/drawingml/2006/main" noGrp="1"/>
          </p:cNvSpPr>
          <p:nvPr/>
        </p:nvSpPr>
        <p:spPr>
          <a:xfrm xmlns:a="http://schemas.openxmlformats.org/drawingml/2006/main">
            <a:off x="933450" y="2066925"/>
            <a:ext cx="3524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FFFFFF"/>
                </a:solidFill>
                <a:latin typeface="SFMono-Regular"/>
                <a:ea typeface="SFMono-Regular"/>
                <a:cs typeface="SFMono-Regular"/>
              </a:defRPr>
            </a:pPr>
            <a:r>
              <a:rPr sz="1575" b="0">
                <a:solidFill>
                  <a:srgbClr val="FFFFFF"/>
                </a:solidFill>
                <a:latin typeface="SFMono-Regular"/>
                <a:ea typeface="SFMono-Regular"/>
                <a:cs typeface="SFMono-Regular"/>
              </a:rPr>
              <a:t>$ sqlite3 app.db</a:t>
            </a:r>
          </a:p>
          <a:p xmlns:a="http://schemas.openxmlformats.org/drawingml/2006/main">
            <a:pPr algn="l">
              <a:lnSpc>
                <a:spcPct val="114000"/>
              </a:lnSpc>
              <a:buNone/>
              <a:defRPr sz="1575" b="0">
                <a:solidFill>
                  <a:srgbClr val="FFFFFF"/>
                </a:solidFill>
                <a:latin typeface="SFMono-Regular"/>
                <a:ea typeface="SFMono-Regular"/>
                <a:cs typeface="SFMono-Regular"/>
              </a:defRPr>
            </a:pPr>
            <a:r>
              <a:rPr sz="1575" b="0">
                <a:solidFill>
                  <a:srgbClr val="FFFFFF"/>
                </a:solidFill>
                <a:latin typeface="SFMono-Regular"/>
                <a:ea typeface="SFMono-Regular"/>
                <a:cs typeface="SFMono-Regular"/>
              </a:rPr>
              <a:t>sqlite&gt; SELECT name, city</a:t>
            </a:r>
          </a:p>
          <a:p xmlns:a="http://schemas.openxmlformats.org/drawingml/2006/main">
            <a:pPr algn="l">
              <a:lnSpc>
                <a:spcPct val="114000"/>
              </a:lnSpc>
              <a:buNone/>
              <a:defRPr sz="1575" b="0">
                <a:solidFill>
                  <a:srgbClr val="FFFFFF"/>
                </a:solidFill>
                <a:latin typeface="SFMono-Regular"/>
                <a:ea typeface="SFMono-Regular"/>
                <a:cs typeface="SFMono-Regular"/>
              </a:defRPr>
            </a:pPr>
            <a:r>
              <a:rPr sz="1575" b="0">
                <a:solidFill>
                  <a:srgbClr val="FFFFFF"/>
                </a:solidFill>
                <a:latin typeface="SFMono-Regular"/>
                <a:ea typeface="SFMono-Regular"/>
                <a:cs typeface="SFMono-Regular"/>
              </a:rPr>
              <a:t>   ...&gt; FROM users;</a:t>
            </a:r>
          </a:p>
        </p:txBody>
      </p:sp>
      <p:sp>
        <p:nvSpPr>
          <p:cNvPr id="6" name="">
            <a:extLst xmlns:a="http://schemas.openxmlformats.org/drawingml/2006/main">
              <a:ext uri="{FF2B5EF4-FFF2-40B4-BE49-F238E27FC236}">
                <a16:creationId xmlns:a16="http://schemas.microsoft.com/office/drawing/2014/main" id="{A07B9C08-CBA1-4050-ADED-39A50DA19F93}"/>
              </a:ext>
            </a:extLst>
          </p:cNvPr>
          <p:cNvSpPr>
            <a:spLocks xmlns:a="http://schemas.openxmlformats.org/drawingml/2006/main" noGrp="1"/>
          </p:cNvSpPr>
          <p:nvPr/>
        </p:nvSpPr>
        <p:spPr>
          <a:xfrm xmlns:a="http://schemas.openxmlformats.org/drawingml/2006/main">
            <a:off x="4857750" y="2362200"/>
            <a:ext cx="47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150" b="1">
                <a:solidFill>
                  <a:srgbClr val="6E6E73"/>
                </a:solidFill>
                <a:latin typeface="Helvetica Neue"/>
                <a:ea typeface="Helvetica Neue"/>
                <a:cs typeface="Helvetica Neue"/>
              </a:defRPr>
            </a:pPr>
            <a:r>
              <a:rPr sz="3150" b="1">
                <a:solidFill>
                  <a:srgbClr val="6E6E73"/>
                </a:solidFill>
                <a:latin typeface="Helvetica Neue"/>
                <a:ea typeface="Helvetica Neue"/>
                <a:cs typeface="Helvetica Neue"/>
              </a:rPr>
              <a:t>→</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ae35aa9a48148f2"/>
          <a:stretch xmlns:a="http://schemas.openxmlformats.org/drawingml/2006/main"/>
        </p:blipFill>
        <p:spPr>
          <a:xfrm xmlns:a="http://schemas.openxmlformats.org/drawingml/2006/main">
            <a:off x="5430618" y="1981200"/>
            <a:ext cx="2130864" cy="1009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DB833CB-DED2-41B4-8667-47FC23997969}"/>
              </a:ext>
            </a:extLst>
          </p:cNvPr>
          <p:cNvSpPr>
            <a:spLocks xmlns:a="http://schemas.openxmlformats.org/drawingml/2006/main" noGrp="1"/>
          </p:cNvSpPr>
          <p:nvPr/>
        </p:nvSpPr>
        <p:spPr>
          <a:xfrm xmlns:a="http://schemas.openxmlformats.org/drawingml/2006/main">
            <a:off x="7600950" y="2362200"/>
            <a:ext cx="47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150" b="1">
                <a:solidFill>
                  <a:srgbClr val="6E6E73"/>
                </a:solidFill>
                <a:latin typeface="Helvetica Neue"/>
                <a:ea typeface="Helvetica Neue"/>
                <a:cs typeface="Helvetica Neue"/>
              </a:defRPr>
            </a:pPr>
            <a:r>
              <a:rPr sz="3150" b="1">
                <a:solidFill>
                  <a:srgbClr val="6E6E73"/>
                </a:solidFill>
                <a:latin typeface="Helvetica Neue"/>
                <a:ea typeface="Helvetica Neue"/>
                <a:cs typeface="Helvetica Neue"/>
              </a:rPr>
              <a:t>→</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00c2434b72b4cb4"/>
          <a:stretch xmlns:a="http://schemas.openxmlformats.org/drawingml/2006/main"/>
        </p:blipFill>
        <p:spPr>
          <a:xfrm xmlns:a="http://schemas.openxmlformats.org/drawingml/2006/main">
            <a:off x="8486775" y="1619250"/>
            <a:ext cx="1657350" cy="22098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3971601-736D-4E89-9ED0-1FD9EABD6D29}"/>
              </a:ext>
            </a:extLst>
          </p:cNvPr>
          <p:cNvSpPr>
            <a:spLocks xmlns:a="http://schemas.openxmlformats.org/drawingml/2006/main" noGrp="1"/>
          </p:cNvSpPr>
          <p:nvPr/>
        </p:nvSpPr>
        <p:spPr>
          <a:xfrm xmlns:a="http://schemas.openxmlformats.org/drawingml/2006/main">
            <a:off x="8629650" y="26574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0000"/>
                </a:solidFill>
                <a:latin typeface="SFMono-Regular"/>
                <a:ea typeface="SFMono-Regular"/>
                <a:cs typeface="SFMono-Regular"/>
              </a:defRPr>
            </a:pPr>
            <a:r>
              <a:rPr sz="1800" b="1">
                <a:solidFill>
                  <a:srgbClr val="000000"/>
                </a:solidFill>
                <a:latin typeface="SFMono-Regular"/>
                <a:ea typeface="SFMono-Regular"/>
                <a:cs typeface="SFMono-Regular"/>
              </a:rPr>
              <a:t>app.db</a:t>
            </a:r>
          </a:p>
        </p:txBody>
      </p:sp>
      <p:sp>
        <p:nvSpPr>
          <p:cNvPr id="11" name="">
            <a:extLst xmlns:a="http://schemas.openxmlformats.org/drawingml/2006/main">
              <a:ext uri="{FF2B5EF4-FFF2-40B4-BE49-F238E27FC236}">
                <a16:creationId xmlns:a16="http://schemas.microsoft.com/office/drawing/2014/main" id="{6230FF3C-6C2F-4AD7-91E6-68286E0FDABD}"/>
              </a:ext>
            </a:extLst>
          </p:cNvPr>
          <p:cNvSpPr>
            <a:spLocks xmlns:a="http://schemas.openxmlformats.org/drawingml/2006/main" noGrp="1"/>
          </p:cNvSpPr>
          <p:nvPr/>
        </p:nvSpPr>
        <p:spPr>
          <a:xfrm xmlns:a="http://schemas.openxmlformats.org/drawingml/2006/main">
            <a:off x="8458200" y="3924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one file</a:t>
            </a:r>
          </a:p>
        </p:txBody>
      </p:sp>
      <p:sp>
        <p:nvSpPr>
          <p:cNvPr id="12" name="">
            <a:extLst xmlns:a="http://schemas.openxmlformats.org/drawingml/2006/main">
              <a:ext uri="{FF2B5EF4-FFF2-40B4-BE49-F238E27FC236}">
                <a16:creationId xmlns:a16="http://schemas.microsoft.com/office/drawing/2014/main" id="{5D1B53FF-1423-4B19-B587-F07348A02D0F}"/>
              </a:ext>
            </a:extLst>
          </p:cNvPr>
          <p:cNvSpPr>
            <a:spLocks xmlns:a="http://schemas.openxmlformats.org/drawingml/2006/main" noGrp="1"/>
          </p:cNvSpPr>
          <p:nvPr/>
        </p:nvSpPr>
        <p:spPr>
          <a:xfrm xmlns:a="http://schemas.openxmlformats.org/drawingml/2006/main">
            <a:off x="2095500" y="4343400"/>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users</a:t>
            </a:r>
          </a:p>
        </p:txBody>
      </p:sp>
      <p:sp>
        <p:nvSpPr>
          <p:cNvPr id="13" name="users-table">
            <a:extLst xmlns:a="http://schemas.openxmlformats.org/drawingml/2006/main">
              <a:ext uri="{FF2B5EF4-FFF2-40B4-BE49-F238E27FC236}">
                <a16:creationId xmlns:a16="http://schemas.microsoft.com/office/drawing/2014/main" id="{088F6FFB-7C0E-4AAE-A348-27C2FED7C139}"/>
              </a:ext>
            </a:extLst>
          </p:cNvPr>
          <p:cNvSpPr>
            <a:spLocks xmlns:a="http://schemas.openxmlformats.org/drawingml/2006/main" noGrp="1"/>
          </p:cNvSpPr>
          <p:nvPr/>
        </p:nvSpPr>
        <p:spPr>
          <a:xfrm xmlns:a="http://schemas.openxmlformats.org/drawingml/2006/main">
            <a:off x="2095500" y="4686300"/>
            <a:ext cx="800100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000000"/>
            </a:solidFill>
            <a:prstDash val="solid"/>
          </a:ln>
        </p:spPr>
      </p:sp>
      <p:sp>
        <p:nvSpPr>
          <p:cNvPr id="14" name="">
            <a:extLst xmlns:a="http://schemas.openxmlformats.org/drawingml/2006/main">
              <a:ext uri="{FF2B5EF4-FFF2-40B4-BE49-F238E27FC236}">
                <a16:creationId xmlns:a16="http://schemas.microsoft.com/office/drawing/2014/main" id="{CF4D3476-6CB1-4B73-B28C-F097AA85F75C}"/>
              </a:ext>
            </a:extLst>
          </p:cNvPr>
          <p:cNvSpPr>
            <a:spLocks xmlns:a="http://schemas.openxmlformats.org/drawingml/2006/main" noGrp="1"/>
          </p:cNvSpPr>
          <p:nvPr/>
        </p:nvSpPr>
        <p:spPr>
          <a:xfrm xmlns:a="http://schemas.openxmlformats.org/drawingml/2006/main">
            <a:off x="2095500" y="4686300"/>
            <a:ext cx="8001000" cy="361950"/>
          </a:xfrm>
          <a:prstGeom xmlns:a="http://schemas.openxmlformats.org/drawingml/2006/main" prst="rect">
            <a:avLst/>
          </a:prstGeom>
          <a:solidFill xmlns:a="http://schemas.openxmlformats.org/drawingml/2006/main">
            <a:srgbClr val="F5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18AA5C-AE5C-4B28-97A8-D38166CC1D81}"/>
              </a:ext>
            </a:extLst>
          </p:cNvPr>
          <p:cNvSpPr>
            <a:spLocks xmlns:a="http://schemas.openxmlformats.org/drawingml/2006/main" noGrp="1"/>
          </p:cNvSpPr>
          <p:nvPr/>
        </p:nvSpPr>
        <p:spPr>
          <a:xfrm xmlns:a="http://schemas.openxmlformats.org/drawingml/2006/main">
            <a:off x="2095500" y="5048250"/>
            <a:ext cx="800100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16" name="">
            <a:extLst xmlns:a="http://schemas.openxmlformats.org/drawingml/2006/main">
              <a:ext uri="{FF2B5EF4-FFF2-40B4-BE49-F238E27FC236}">
                <a16:creationId xmlns:a16="http://schemas.microsoft.com/office/drawing/2014/main" id="{CA129ACB-183A-4FAD-9C9A-BA34BE8DE155}"/>
              </a:ext>
            </a:extLst>
          </p:cNvPr>
          <p:cNvSpPr>
            <a:spLocks xmlns:a="http://schemas.openxmlformats.org/drawingml/2006/main" noGrp="1"/>
          </p:cNvSpPr>
          <p:nvPr/>
        </p:nvSpPr>
        <p:spPr>
          <a:xfrm xmlns:a="http://schemas.openxmlformats.org/drawingml/2006/main">
            <a:off x="2095500" y="5581650"/>
            <a:ext cx="80010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17" name="">
            <a:extLst xmlns:a="http://schemas.openxmlformats.org/drawingml/2006/main">
              <a:ext uri="{FF2B5EF4-FFF2-40B4-BE49-F238E27FC236}">
                <a16:creationId xmlns:a16="http://schemas.microsoft.com/office/drawing/2014/main" id="{943267BB-7AFF-40A2-A97F-49C260216B41}"/>
              </a:ext>
            </a:extLst>
          </p:cNvPr>
          <p:cNvSpPr>
            <a:spLocks xmlns:a="http://schemas.openxmlformats.org/drawingml/2006/main" noGrp="1"/>
          </p:cNvSpPr>
          <p:nvPr/>
        </p:nvSpPr>
        <p:spPr>
          <a:xfrm xmlns:a="http://schemas.openxmlformats.org/drawingml/2006/main">
            <a:off x="3375660" y="4686300"/>
            <a:ext cx="0" cy="142875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18" name="">
            <a:extLst xmlns:a="http://schemas.openxmlformats.org/drawingml/2006/main">
              <a:ext uri="{FF2B5EF4-FFF2-40B4-BE49-F238E27FC236}">
                <a16:creationId xmlns:a16="http://schemas.microsoft.com/office/drawing/2014/main" id="{A8A89723-B821-46F7-9F10-FBD15E59C15F}"/>
              </a:ext>
            </a:extLst>
          </p:cNvPr>
          <p:cNvSpPr>
            <a:spLocks xmlns:a="http://schemas.openxmlformats.org/drawingml/2006/main" noGrp="1"/>
          </p:cNvSpPr>
          <p:nvPr/>
        </p:nvSpPr>
        <p:spPr>
          <a:xfrm xmlns:a="http://schemas.openxmlformats.org/drawingml/2006/main">
            <a:off x="6416040" y="4686300"/>
            <a:ext cx="0" cy="142875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19" name="">
            <a:extLst xmlns:a="http://schemas.openxmlformats.org/drawingml/2006/main">
              <a:ext uri="{FF2B5EF4-FFF2-40B4-BE49-F238E27FC236}">
                <a16:creationId xmlns:a16="http://schemas.microsoft.com/office/drawing/2014/main" id="{91F2B570-52BB-43AC-924A-A02A917ECACD}"/>
              </a:ext>
            </a:extLst>
          </p:cNvPr>
          <p:cNvSpPr>
            <a:spLocks xmlns:a="http://schemas.openxmlformats.org/drawingml/2006/main" noGrp="1"/>
          </p:cNvSpPr>
          <p:nvPr/>
        </p:nvSpPr>
        <p:spPr>
          <a:xfrm xmlns:a="http://schemas.openxmlformats.org/drawingml/2006/main">
            <a:off x="2095500" y="4762500"/>
            <a:ext cx="12801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E6E73"/>
                </a:solidFill>
                <a:latin typeface="Helvetica Neue"/>
                <a:ea typeface="Helvetica Neue"/>
                <a:cs typeface="Helvetica Neue"/>
              </a:defRPr>
            </a:pPr>
            <a:r>
              <a:rPr sz="1350" b="1">
                <a:solidFill>
                  <a:srgbClr val="6E6E73"/>
                </a:solidFill>
                <a:latin typeface="Helvetica Neue"/>
                <a:ea typeface="Helvetica Neue"/>
                <a:cs typeface="Helvetica Neue"/>
              </a:rPr>
              <a:t>id</a:t>
            </a:r>
          </a:p>
        </p:txBody>
      </p:sp>
      <p:sp>
        <p:nvSpPr>
          <p:cNvPr id="20" name="">
            <a:extLst xmlns:a="http://schemas.openxmlformats.org/drawingml/2006/main">
              <a:ext uri="{FF2B5EF4-FFF2-40B4-BE49-F238E27FC236}">
                <a16:creationId xmlns:a16="http://schemas.microsoft.com/office/drawing/2014/main" id="{588F9EFA-E91D-487E-B4D5-DE21EF78E172}"/>
              </a:ext>
            </a:extLst>
          </p:cNvPr>
          <p:cNvSpPr>
            <a:spLocks xmlns:a="http://schemas.openxmlformats.org/drawingml/2006/main" noGrp="1"/>
          </p:cNvSpPr>
          <p:nvPr/>
        </p:nvSpPr>
        <p:spPr>
          <a:xfrm xmlns:a="http://schemas.openxmlformats.org/drawingml/2006/main">
            <a:off x="3375660" y="4762500"/>
            <a:ext cx="30403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E6E73"/>
                </a:solidFill>
                <a:latin typeface="Helvetica Neue"/>
                <a:ea typeface="Helvetica Neue"/>
                <a:cs typeface="Helvetica Neue"/>
              </a:defRPr>
            </a:pPr>
            <a:r>
              <a:rPr sz="1350" b="1">
                <a:solidFill>
                  <a:srgbClr val="6E6E73"/>
                </a:solidFill>
                <a:latin typeface="Helvetica Neue"/>
                <a:ea typeface="Helvetica Neue"/>
                <a:cs typeface="Helvetica Neue"/>
              </a:rPr>
              <a:t>name</a:t>
            </a:r>
          </a:p>
        </p:txBody>
      </p:sp>
      <p:sp>
        <p:nvSpPr>
          <p:cNvPr id="21" name="">
            <a:extLst xmlns:a="http://schemas.openxmlformats.org/drawingml/2006/main">
              <a:ext uri="{FF2B5EF4-FFF2-40B4-BE49-F238E27FC236}">
                <a16:creationId xmlns:a16="http://schemas.microsoft.com/office/drawing/2014/main" id="{DD087106-1BC5-460F-B76B-080412766ED0}"/>
              </a:ext>
            </a:extLst>
          </p:cNvPr>
          <p:cNvSpPr>
            <a:spLocks xmlns:a="http://schemas.openxmlformats.org/drawingml/2006/main" noGrp="1"/>
          </p:cNvSpPr>
          <p:nvPr/>
        </p:nvSpPr>
        <p:spPr>
          <a:xfrm xmlns:a="http://schemas.openxmlformats.org/drawingml/2006/main">
            <a:off x="6416040" y="4762500"/>
            <a:ext cx="36804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E6E73"/>
                </a:solidFill>
                <a:latin typeface="Helvetica Neue"/>
                <a:ea typeface="Helvetica Neue"/>
                <a:cs typeface="Helvetica Neue"/>
              </a:defRPr>
            </a:pPr>
            <a:r>
              <a:rPr sz="1350" b="1">
                <a:solidFill>
                  <a:srgbClr val="6E6E73"/>
                </a:solidFill>
                <a:latin typeface="Helvetica Neue"/>
                <a:ea typeface="Helvetica Neue"/>
                <a:cs typeface="Helvetica Neue"/>
              </a:rPr>
              <a:t>city</a:t>
            </a:r>
          </a:p>
        </p:txBody>
      </p:sp>
      <p:sp>
        <p:nvSpPr>
          <p:cNvPr id="22" name="">
            <a:extLst xmlns:a="http://schemas.openxmlformats.org/drawingml/2006/main">
              <a:ext uri="{FF2B5EF4-FFF2-40B4-BE49-F238E27FC236}">
                <a16:creationId xmlns:a16="http://schemas.microsoft.com/office/drawing/2014/main" id="{C9D7BCAC-E4B0-4B8C-9E53-F39CD566F762}"/>
              </a:ext>
            </a:extLst>
          </p:cNvPr>
          <p:cNvSpPr>
            <a:spLocks xmlns:a="http://schemas.openxmlformats.org/drawingml/2006/main" noGrp="1"/>
          </p:cNvSpPr>
          <p:nvPr/>
        </p:nvSpPr>
        <p:spPr>
          <a:xfrm xmlns:a="http://schemas.openxmlformats.org/drawingml/2006/main">
            <a:off x="2095500" y="5162550"/>
            <a:ext cx="12801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42</a:t>
            </a:r>
          </a:p>
        </p:txBody>
      </p:sp>
      <p:sp>
        <p:nvSpPr>
          <p:cNvPr id="23" name="">
            <a:extLst xmlns:a="http://schemas.openxmlformats.org/drawingml/2006/main">
              <a:ext uri="{FF2B5EF4-FFF2-40B4-BE49-F238E27FC236}">
                <a16:creationId xmlns:a16="http://schemas.microsoft.com/office/drawing/2014/main" id="{827696A9-DD0E-4D52-B087-EBBB3BA90CFE}"/>
              </a:ext>
            </a:extLst>
          </p:cNvPr>
          <p:cNvSpPr>
            <a:spLocks xmlns:a="http://schemas.openxmlformats.org/drawingml/2006/main" noGrp="1"/>
          </p:cNvSpPr>
          <p:nvPr/>
        </p:nvSpPr>
        <p:spPr>
          <a:xfrm xmlns:a="http://schemas.openxmlformats.org/drawingml/2006/main">
            <a:off x="3375660" y="5162550"/>
            <a:ext cx="3040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Ada</a:t>
            </a:r>
          </a:p>
        </p:txBody>
      </p:sp>
      <p:sp>
        <p:nvSpPr>
          <p:cNvPr id="24" name="">
            <a:extLst xmlns:a="http://schemas.openxmlformats.org/drawingml/2006/main">
              <a:ext uri="{FF2B5EF4-FFF2-40B4-BE49-F238E27FC236}">
                <a16:creationId xmlns:a16="http://schemas.microsoft.com/office/drawing/2014/main" id="{A5350A9F-5E13-4EA2-88EC-0EDD48DA4148}"/>
              </a:ext>
            </a:extLst>
          </p:cNvPr>
          <p:cNvSpPr>
            <a:spLocks xmlns:a="http://schemas.openxmlformats.org/drawingml/2006/main" noGrp="1"/>
          </p:cNvSpPr>
          <p:nvPr/>
        </p:nvSpPr>
        <p:spPr>
          <a:xfrm xmlns:a="http://schemas.openxmlformats.org/drawingml/2006/main">
            <a:off x="6416040" y="5162550"/>
            <a:ext cx="3680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Logan</a:t>
            </a:r>
          </a:p>
        </p:txBody>
      </p:sp>
      <p:sp>
        <p:nvSpPr>
          <p:cNvPr id="25" name="">
            <a:extLst xmlns:a="http://schemas.openxmlformats.org/drawingml/2006/main">
              <a:ext uri="{FF2B5EF4-FFF2-40B4-BE49-F238E27FC236}">
                <a16:creationId xmlns:a16="http://schemas.microsoft.com/office/drawing/2014/main" id="{3DA4FE31-72A2-467C-9264-E08668CADA83}"/>
              </a:ext>
            </a:extLst>
          </p:cNvPr>
          <p:cNvSpPr>
            <a:spLocks xmlns:a="http://schemas.openxmlformats.org/drawingml/2006/main" noGrp="1"/>
          </p:cNvSpPr>
          <p:nvPr/>
        </p:nvSpPr>
        <p:spPr>
          <a:xfrm xmlns:a="http://schemas.openxmlformats.org/drawingml/2006/main">
            <a:off x="2095500" y="5695950"/>
            <a:ext cx="12801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81</a:t>
            </a:r>
          </a:p>
        </p:txBody>
      </p:sp>
      <p:sp>
        <p:nvSpPr>
          <p:cNvPr id="26" name="">
            <a:extLst xmlns:a="http://schemas.openxmlformats.org/drawingml/2006/main">
              <a:ext uri="{FF2B5EF4-FFF2-40B4-BE49-F238E27FC236}">
                <a16:creationId xmlns:a16="http://schemas.microsoft.com/office/drawing/2014/main" id="{BF10F46C-AA64-46C9-881F-953CD5D75032}"/>
              </a:ext>
            </a:extLst>
          </p:cNvPr>
          <p:cNvSpPr>
            <a:spLocks xmlns:a="http://schemas.openxmlformats.org/drawingml/2006/main" noGrp="1"/>
          </p:cNvSpPr>
          <p:nvPr/>
        </p:nvSpPr>
        <p:spPr>
          <a:xfrm xmlns:a="http://schemas.openxmlformats.org/drawingml/2006/main">
            <a:off x="3375660" y="5695950"/>
            <a:ext cx="3040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Alice</a:t>
            </a:r>
          </a:p>
        </p:txBody>
      </p:sp>
      <p:sp>
        <p:nvSpPr>
          <p:cNvPr id="27" name="">
            <a:extLst xmlns:a="http://schemas.openxmlformats.org/drawingml/2006/main">
              <a:ext uri="{FF2B5EF4-FFF2-40B4-BE49-F238E27FC236}">
                <a16:creationId xmlns:a16="http://schemas.microsoft.com/office/drawing/2014/main" id="{C2AA7DE5-4ACC-46F7-8015-C2B1ECF4CBD2}"/>
              </a:ext>
            </a:extLst>
          </p:cNvPr>
          <p:cNvSpPr>
            <a:spLocks xmlns:a="http://schemas.openxmlformats.org/drawingml/2006/main" noGrp="1"/>
          </p:cNvSpPr>
          <p:nvPr/>
        </p:nvSpPr>
        <p:spPr>
          <a:xfrm xmlns:a="http://schemas.openxmlformats.org/drawingml/2006/main">
            <a:off x="6416040" y="5695950"/>
            <a:ext cx="3680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Provo</a:t>
            </a:r>
          </a:p>
        </p:txBody>
      </p:sp>
    </p:spTree>
    <p:extLst>
      <p:ext uri="{BB962C8B-B14F-4D97-AF65-F5344CB8AC3E}">
        <p14:creationId xmlns:p14="http://schemas.microsoft.com/office/powerpoint/2010/main" val="16650115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25105E5-9633-4170-A792-9D0BDD787B39}"/>
              </a:ext>
            </a:extLst>
          </p:cNvPr>
          <p:cNvSpPr>
            <a:spLocks xmlns:a="http://schemas.openxmlformats.org/drawingml/2006/main" noGrp="1"/>
          </p:cNvSpPr>
          <p:nvPr/>
        </p:nvSpPr>
        <p:spPr>
          <a:xfrm xmlns:a="http://schemas.openxmlformats.org/drawingml/2006/main">
            <a:off x="6858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050" b="1">
                <a:solidFill>
                  <a:srgbClr val="6E6E73"/>
                </a:solidFill>
                <a:latin typeface="Helvetica Neue"/>
                <a:ea typeface="Helvetica Neue"/>
                <a:cs typeface="Helvetica Neue"/>
              </a:defRPr>
            </a:pPr>
            <a:r>
              <a:rPr sz="1050" b="1">
                <a:solidFill>
                  <a:srgbClr val="6E6E73"/>
                </a:solidFill>
                <a:latin typeface="Helvetica Neue"/>
                <a:ea typeface="Helvetica Neue"/>
                <a:cs typeface="Helvetica Neue"/>
              </a:rPr>
              <a:t>WHAT REMAINED?</a:t>
            </a:r>
          </a:p>
        </p:txBody>
      </p:sp>
      <p:sp>
        <p:nvSpPr>
          <p:cNvPr id="2" name="slide-title">
            <a:extLst xmlns:a="http://schemas.openxmlformats.org/drawingml/2006/main">
              <a:ext uri="{FF2B5EF4-FFF2-40B4-BE49-F238E27FC236}">
                <a16:creationId xmlns:a16="http://schemas.microsoft.com/office/drawing/2014/main" id="{CC1D6347-3C03-4E74-83F4-29FFF989EE98}"/>
              </a:ext>
            </a:extLst>
          </p:cNvPr>
          <p:cNvSpPr>
            <a:spLocks xmlns:a="http://schemas.openxmlformats.org/drawingml/2006/main" noGrp="1"/>
          </p:cNvSpPr>
          <p:nvPr/>
        </p:nvSpPr>
        <p:spPr>
          <a:xfrm xmlns:a="http://schemas.openxmlformats.org/drawingml/2006/main">
            <a:off x="685800" y="5715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4125" b="1">
                <a:solidFill>
                  <a:srgbClr val="000000"/>
                </a:solidFill>
                <a:latin typeface="Helvetica Neue"/>
                <a:ea typeface="Helvetica Neue"/>
                <a:cs typeface="Helvetica Neue"/>
              </a:defRPr>
            </a:pPr>
            <a:r>
              <a:rPr sz="4125" b="1">
                <a:solidFill>
                  <a:srgbClr val="000000"/>
                </a:solidFill>
                <a:latin typeface="Helvetica Neue"/>
                <a:ea typeface="Helvetica Neue"/>
                <a:cs typeface="Helvetica Neue"/>
              </a:rPr>
              <a:t>What if there are no tables?</a:t>
            </a:r>
          </a:p>
        </p:txBody>
      </p:sp>
      <p:sp>
        <p:nvSpPr>
          <p:cNvPr id="3" name="">
            <a:extLst xmlns:a="http://schemas.openxmlformats.org/drawingml/2006/main">
              <a:ext uri="{FF2B5EF4-FFF2-40B4-BE49-F238E27FC236}">
                <a16:creationId xmlns:a16="http://schemas.microsoft.com/office/drawing/2014/main" id="{436294BC-27E6-4233-83C9-40AA634328E2}"/>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c5a9af39009408d"/>
          <a:stretch xmlns:a="http://schemas.openxmlformats.org/drawingml/2006/main"/>
        </p:blipFill>
        <p:spPr>
          <a:xfrm xmlns:a="http://schemas.openxmlformats.org/drawingml/2006/main">
            <a:off x="9696606" y="485775"/>
            <a:ext cx="1618938" cy="51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D0D949-3E80-43BA-85F8-0D64E5F26CA3}"/>
              </a:ext>
            </a:extLst>
          </p:cNvPr>
          <p:cNvSpPr>
            <a:spLocks xmlns:a="http://schemas.openxmlformats.org/drawingml/2006/main" noGrp="1"/>
          </p:cNvSpPr>
          <p:nvPr/>
        </p:nvSpPr>
        <p:spPr>
          <a:xfrm xmlns:a="http://schemas.openxmlformats.org/drawingml/2006/main">
            <a:off x="685800" y="762000"/>
            <a:ext cx="1143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0" b="0">
                <a:solidFill>
                  <a:srgbClr val="000000"/>
                </a:solidFill>
                <a:latin typeface="SFMono-Regular"/>
                <a:ea typeface="SFMono-Regular"/>
                <a:cs typeface="SFMono-Regular"/>
              </a:defRPr>
            </a:pPr>
            <a:r>
              <a:rPr sz="24000" b="0">
                <a:solidFill>
                  <a:srgbClr val="000000"/>
                </a:solidFill>
                <a:latin typeface="SFMono-Regular"/>
                <a:ea typeface="SFMono-Regular"/>
                <a:cs typeface="SFMono-Regular"/>
              </a:rPr>
              <a:t>{</a:t>
            </a:r>
          </a:p>
        </p:txBody>
      </p:sp>
      <p:sp>
        <p:nvSpPr>
          <p:cNvPr id="6" name="">
            <a:extLst xmlns:a="http://schemas.openxmlformats.org/drawingml/2006/main">
              <a:ext uri="{FF2B5EF4-FFF2-40B4-BE49-F238E27FC236}">
                <a16:creationId xmlns:a16="http://schemas.microsoft.com/office/drawing/2014/main" id="{1C92723C-E359-4FAF-99EE-A8690930E52C}"/>
              </a:ext>
            </a:extLst>
          </p:cNvPr>
          <p:cNvSpPr>
            <a:spLocks xmlns:a="http://schemas.openxmlformats.org/drawingml/2006/main" noGrp="1"/>
          </p:cNvSpPr>
          <p:nvPr/>
        </p:nvSpPr>
        <p:spPr>
          <a:xfrm xmlns:a="http://schemas.openxmlformats.org/drawingml/2006/main">
            <a:off x="10363200" y="762000"/>
            <a:ext cx="1143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0" b="0">
                <a:solidFill>
                  <a:srgbClr val="000000"/>
                </a:solidFill>
                <a:latin typeface="SFMono-Regular"/>
                <a:ea typeface="SFMono-Regular"/>
                <a:cs typeface="SFMono-Regular"/>
              </a:defRPr>
            </a:pPr>
            <a:r>
              <a:rPr sz="24000" b="0">
                <a:solidFill>
                  <a:srgbClr val="000000"/>
                </a:solidFill>
                <a:latin typeface="SFMono-Regular"/>
                <a:ea typeface="SFMono-Regular"/>
                <a:cs typeface="SFMono-Regular"/>
              </a:rPr>
              <a:t>}</a:t>
            </a:r>
          </a:p>
        </p:txBody>
      </p:sp>
      <p:sp>
        <p:nvSpPr>
          <p:cNvPr id="7" name="">
            <a:extLst xmlns:a="http://schemas.openxmlformats.org/drawingml/2006/main">
              <a:ext uri="{FF2B5EF4-FFF2-40B4-BE49-F238E27FC236}">
                <a16:creationId xmlns:a16="http://schemas.microsoft.com/office/drawing/2014/main" id="{28572CF5-B40B-4054-8C06-A225272305DC}"/>
              </a:ext>
            </a:extLst>
          </p:cNvPr>
          <p:cNvSpPr>
            <a:spLocks xmlns:a="http://schemas.openxmlformats.org/drawingml/2006/main" noGrp="1"/>
          </p:cNvSpPr>
          <p:nvPr/>
        </p:nvSpPr>
        <p:spPr>
          <a:xfrm xmlns:a="http://schemas.openxmlformats.org/drawingml/2006/main">
            <a:off x="2095500" y="16954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KEY</a:t>
            </a:r>
          </a:p>
        </p:txBody>
      </p:sp>
      <p:sp>
        <p:nvSpPr>
          <p:cNvPr id="8" name="">
            <a:extLst xmlns:a="http://schemas.openxmlformats.org/drawingml/2006/main">
              <a:ext uri="{FF2B5EF4-FFF2-40B4-BE49-F238E27FC236}">
                <a16:creationId xmlns:a16="http://schemas.microsoft.com/office/drawing/2014/main" id="{4521C49A-FF80-46B4-AF95-C082AB258465}"/>
              </a:ext>
            </a:extLst>
          </p:cNvPr>
          <p:cNvSpPr>
            <a:spLocks xmlns:a="http://schemas.openxmlformats.org/drawingml/2006/main" noGrp="1"/>
          </p:cNvSpPr>
          <p:nvPr/>
        </p:nvSpPr>
        <p:spPr>
          <a:xfrm xmlns:a="http://schemas.openxmlformats.org/drawingml/2006/main">
            <a:off x="4972050" y="16954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VALUE</a:t>
            </a:r>
          </a:p>
        </p:txBody>
      </p:sp>
      <p:sp>
        <p:nvSpPr>
          <p:cNvPr id="9" name="">
            <a:extLst xmlns:a="http://schemas.openxmlformats.org/drawingml/2006/main">
              <a:ext uri="{FF2B5EF4-FFF2-40B4-BE49-F238E27FC236}">
                <a16:creationId xmlns:a16="http://schemas.microsoft.com/office/drawing/2014/main" id="{C1CCF330-D987-4FC4-889A-2850E73EA22B}"/>
              </a:ext>
            </a:extLst>
          </p:cNvPr>
          <p:cNvSpPr>
            <a:spLocks xmlns:a="http://schemas.openxmlformats.org/drawingml/2006/main" noGrp="1"/>
          </p:cNvSpPr>
          <p:nvPr/>
        </p:nvSpPr>
        <p:spPr>
          <a:xfrm xmlns:a="http://schemas.openxmlformats.org/drawingml/2006/main">
            <a:off x="2095500" y="211455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SFMono-Regular"/>
                <a:ea typeface="SFMono-Regular"/>
                <a:cs typeface="SFMono-Regular"/>
              </a:defRPr>
            </a:pPr>
            <a:r>
              <a:rPr sz="2100" b="1">
                <a:solidFill>
                  <a:srgbClr val="000000"/>
                </a:solidFill>
                <a:latin typeface="SFMono-Regular"/>
                <a:ea typeface="SFMono-Regular"/>
                <a:cs typeface="SFMono-Regular"/>
              </a:rPr>
              <a:t>"user:42"</a:t>
            </a:r>
          </a:p>
        </p:txBody>
      </p:sp>
      <p:sp>
        <p:nvSpPr>
          <p:cNvPr id="10" name="">
            <a:extLst xmlns:a="http://schemas.openxmlformats.org/drawingml/2006/main">
              <a:ext uri="{FF2B5EF4-FFF2-40B4-BE49-F238E27FC236}">
                <a16:creationId xmlns:a16="http://schemas.microsoft.com/office/drawing/2014/main" id="{D6EE451D-7A2E-4633-9697-B3A2E666BB1C}"/>
              </a:ext>
            </a:extLst>
          </p:cNvPr>
          <p:cNvSpPr>
            <a:spLocks xmlns:a="http://schemas.openxmlformats.org/drawingml/2006/main" noGrp="1"/>
          </p:cNvSpPr>
          <p:nvPr/>
        </p:nvSpPr>
        <p:spPr>
          <a:xfrm xmlns:a="http://schemas.openxmlformats.org/drawingml/2006/main">
            <a:off x="4362450" y="2095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6E6E73"/>
                </a:solidFill>
                <a:latin typeface="SFMono-Regular"/>
                <a:ea typeface="SFMono-Regular"/>
                <a:cs typeface="SFMono-Regular"/>
              </a:defRPr>
            </a:pPr>
            <a:r>
              <a:rPr sz="2250" b="1">
                <a:solidFill>
                  <a:srgbClr val="6E6E73"/>
                </a:solidFill>
                <a:latin typeface="SFMono-Regular"/>
                <a:ea typeface="SFMono-Regular"/>
                <a:cs typeface="SFMono-Regular"/>
              </a:rPr>
              <a:t>:</a:t>
            </a:r>
          </a:p>
        </p:txBody>
      </p:sp>
      <p:sp>
        <p:nvSpPr>
          <p:cNvPr id="11" name="">
            <a:extLst xmlns:a="http://schemas.openxmlformats.org/drawingml/2006/main">
              <a:ext uri="{FF2B5EF4-FFF2-40B4-BE49-F238E27FC236}">
                <a16:creationId xmlns:a16="http://schemas.microsoft.com/office/drawing/2014/main" id="{3B3C4B9B-70C8-40D3-8079-6E5407665556}"/>
              </a:ext>
            </a:extLst>
          </p:cNvPr>
          <p:cNvSpPr>
            <a:spLocks xmlns:a="http://schemas.openxmlformats.org/drawingml/2006/main" noGrp="1"/>
          </p:cNvSpPr>
          <p:nvPr/>
        </p:nvSpPr>
        <p:spPr>
          <a:xfrm xmlns:a="http://schemas.openxmlformats.org/drawingml/2006/main">
            <a:off x="4972050" y="2114550"/>
            <a:ext cx="521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11111"/>
                </a:solidFill>
                <a:latin typeface="SFMono-Regular"/>
                <a:ea typeface="SFMono-Regular"/>
                <a:cs typeface="SFMono-Regular"/>
              </a:defRPr>
            </a:pPr>
            <a:r>
              <a:rPr sz="1875" b="0">
                <a:solidFill>
                  <a:srgbClr val="111111"/>
                </a:solidFill>
                <a:latin typeface="SFMono-Regular"/>
                <a:ea typeface="SFMono-Regular"/>
                <a:cs typeface="SFMono-Regular"/>
              </a:rPr>
              <a:t>{ name: "Ada", city: "Logan" },</a:t>
            </a:r>
          </a:p>
        </p:txBody>
      </p:sp>
      <p:sp>
        <p:nvSpPr>
          <p:cNvPr id="12" name="">
            <a:extLst xmlns:a="http://schemas.openxmlformats.org/drawingml/2006/main">
              <a:ext uri="{FF2B5EF4-FFF2-40B4-BE49-F238E27FC236}">
                <a16:creationId xmlns:a16="http://schemas.microsoft.com/office/drawing/2014/main" id="{73D0EE40-C5D5-4BF9-A792-5F5427732875}"/>
              </a:ext>
            </a:extLst>
          </p:cNvPr>
          <p:cNvSpPr>
            <a:spLocks xmlns:a="http://schemas.openxmlformats.org/drawingml/2006/main" noGrp="1"/>
          </p:cNvSpPr>
          <p:nvPr/>
        </p:nvSpPr>
        <p:spPr>
          <a:xfrm xmlns:a="http://schemas.openxmlformats.org/drawingml/2006/main">
            <a:off x="2095500" y="310515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SFMono-Regular"/>
                <a:ea typeface="SFMono-Regular"/>
                <a:cs typeface="SFMono-Regular"/>
              </a:defRPr>
            </a:pPr>
            <a:r>
              <a:rPr sz="2100" b="1">
                <a:solidFill>
                  <a:srgbClr val="000000"/>
                </a:solidFill>
                <a:latin typeface="SFMono-Regular"/>
                <a:ea typeface="SFMono-Regular"/>
                <a:cs typeface="SFMono-Regular"/>
              </a:rPr>
              <a:t>"online"</a:t>
            </a:r>
          </a:p>
        </p:txBody>
      </p:sp>
      <p:sp>
        <p:nvSpPr>
          <p:cNvPr id="13" name="">
            <a:extLst xmlns:a="http://schemas.openxmlformats.org/drawingml/2006/main">
              <a:ext uri="{FF2B5EF4-FFF2-40B4-BE49-F238E27FC236}">
                <a16:creationId xmlns:a16="http://schemas.microsoft.com/office/drawing/2014/main" id="{452B70F8-2002-4167-9662-DC568BE27431}"/>
              </a:ext>
            </a:extLst>
          </p:cNvPr>
          <p:cNvSpPr>
            <a:spLocks xmlns:a="http://schemas.openxmlformats.org/drawingml/2006/main" noGrp="1"/>
          </p:cNvSpPr>
          <p:nvPr/>
        </p:nvSpPr>
        <p:spPr>
          <a:xfrm xmlns:a="http://schemas.openxmlformats.org/drawingml/2006/main">
            <a:off x="4362450" y="30861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6E6E73"/>
                </a:solidFill>
                <a:latin typeface="SFMono-Regular"/>
                <a:ea typeface="SFMono-Regular"/>
                <a:cs typeface="SFMono-Regular"/>
              </a:defRPr>
            </a:pPr>
            <a:r>
              <a:rPr sz="2250" b="1">
                <a:solidFill>
                  <a:srgbClr val="6E6E73"/>
                </a:solidFill>
                <a:latin typeface="SFMono-Regular"/>
                <a:ea typeface="SFMono-Regular"/>
                <a:cs typeface="SFMono-Regular"/>
              </a:rPr>
              <a:t>:</a:t>
            </a:r>
          </a:p>
        </p:txBody>
      </p:sp>
      <p:sp>
        <p:nvSpPr>
          <p:cNvPr id="14" name="">
            <a:extLst xmlns:a="http://schemas.openxmlformats.org/drawingml/2006/main">
              <a:ext uri="{FF2B5EF4-FFF2-40B4-BE49-F238E27FC236}">
                <a16:creationId xmlns:a16="http://schemas.microsoft.com/office/drawing/2014/main" id="{6C6EAB03-8166-45B8-9AD4-63CBB3978163}"/>
              </a:ext>
            </a:extLst>
          </p:cNvPr>
          <p:cNvSpPr>
            <a:spLocks xmlns:a="http://schemas.openxmlformats.org/drawingml/2006/main" noGrp="1"/>
          </p:cNvSpPr>
          <p:nvPr/>
        </p:nvSpPr>
        <p:spPr>
          <a:xfrm xmlns:a="http://schemas.openxmlformats.org/drawingml/2006/main">
            <a:off x="4972050" y="3105150"/>
            <a:ext cx="521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11111"/>
                </a:solidFill>
                <a:latin typeface="SFMono-Regular"/>
                <a:ea typeface="SFMono-Regular"/>
                <a:cs typeface="SFMono-Regular"/>
              </a:defRPr>
            </a:pPr>
            <a:r>
              <a:rPr sz="2100" b="0">
                <a:solidFill>
                  <a:srgbClr val="111111"/>
                </a:solidFill>
                <a:latin typeface="SFMono-Regular"/>
                <a:ea typeface="SFMono-Regular"/>
                <a:cs typeface="SFMono-Regular"/>
              </a:rPr>
              <a:t>{ 42, 81, 105 },</a:t>
            </a:r>
          </a:p>
        </p:txBody>
      </p:sp>
      <p:sp>
        <p:nvSpPr>
          <p:cNvPr id="15" name="">
            <a:extLst xmlns:a="http://schemas.openxmlformats.org/drawingml/2006/main">
              <a:ext uri="{FF2B5EF4-FFF2-40B4-BE49-F238E27FC236}">
                <a16:creationId xmlns:a16="http://schemas.microsoft.com/office/drawing/2014/main" id="{0F615C14-B220-4448-866F-A0DCD6FD5A8A}"/>
              </a:ext>
            </a:extLst>
          </p:cNvPr>
          <p:cNvSpPr>
            <a:spLocks xmlns:a="http://schemas.openxmlformats.org/drawingml/2006/main" noGrp="1"/>
          </p:cNvSpPr>
          <p:nvPr/>
        </p:nvSpPr>
        <p:spPr>
          <a:xfrm xmlns:a="http://schemas.openxmlformats.org/drawingml/2006/main">
            <a:off x="2095500" y="4095750"/>
            <a:ext cx="2133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SFMono-Regular"/>
                <a:ea typeface="SFMono-Regular"/>
                <a:cs typeface="SFMono-Regular"/>
              </a:defRPr>
            </a:pPr>
            <a:r>
              <a:rPr sz="2100" b="1">
                <a:solidFill>
                  <a:srgbClr val="000000"/>
                </a:solidFill>
                <a:latin typeface="SFMono-Regular"/>
                <a:ea typeface="SFMono-Regular"/>
                <a:cs typeface="SFMono-Regular"/>
              </a:rPr>
              <a:t>"visits"</a:t>
            </a:r>
          </a:p>
        </p:txBody>
      </p:sp>
      <p:sp>
        <p:nvSpPr>
          <p:cNvPr id="16" name="">
            <a:extLst xmlns:a="http://schemas.openxmlformats.org/drawingml/2006/main">
              <a:ext uri="{FF2B5EF4-FFF2-40B4-BE49-F238E27FC236}">
                <a16:creationId xmlns:a16="http://schemas.microsoft.com/office/drawing/2014/main" id="{27457A49-71F7-4344-A6B9-541F6E799D9F}"/>
              </a:ext>
            </a:extLst>
          </p:cNvPr>
          <p:cNvSpPr>
            <a:spLocks xmlns:a="http://schemas.openxmlformats.org/drawingml/2006/main" noGrp="1"/>
          </p:cNvSpPr>
          <p:nvPr/>
        </p:nvSpPr>
        <p:spPr>
          <a:xfrm xmlns:a="http://schemas.openxmlformats.org/drawingml/2006/main">
            <a:off x="4362450" y="40767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6E6E73"/>
                </a:solidFill>
                <a:latin typeface="SFMono-Regular"/>
                <a:ea typeface="SFMono-Regular"/>
                <a:cs typeface="SFMono-Regular"/>
              </a:defRPr>
            </a:pPr>
            <a:r>
              <a:rPr sz="2250" b="1">
                <a:solidFill>
                  <a:srgbClr val="6E6E73"/>
                </a:solidFill>
                <a:latin typeface="SFMono-Regular"/>
                <a:ea typeface="SFMono-Regular"/>
                <a:cs typeface="SFMono-Regular"/>
              </a:rPr>
              <a:t>:</a:t>
            </a:r>
          </a:p>
        </p:txBody>
      </p:sp>
      <p:sp>
        <p:nvSpPr>
          <p:cNvPr id="17" name="">
            <a:extLst xmlns:a="http://schemas.openxmlformats.org/drawingml/2006/main">
              <a:ext uri="{FF2B5EF4-FFF2-40B4-BE49-F238E27FC236}">
                <a16:creationId xmlns:a16="http://schemas.microsoft.com/office/drawing/2014/main" id="{1E44E4D7-3F36-49F6-9988-82370404C6A2}"/>
              </a:ext>
            </a:extLst>
          </p:cNvPr>
          <p:cNvSpPr>
            <a:spLocks xmlns:a="http://schemas.openxmlformats.org/drawingml/2006/main" noGrp="1"/>
          </p:cNvSpPr>
          <p:nvPr/>
        </p:nvSpPr>
        <p:spPr>
          <a:xfrm xmlns:a="http://schemas.openxmlformats.org/drawingml/2006/main">
            <a:off x="4972050" y="39433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000000"/>
                </a:solidFill>
                <a:latin typeface="SFMono-Regular"/>
                <a:ea typeface="SFMono-Regular"/>
                <a:cs typeface="SFMono-Regular"/>
              </a:defRPr>
            </a:pPr>
            <a:r>
              <a:rPr sz="4350" b="1">
                <a:solidFill>
                  <a:srgbClr val="000000"/>
                </a:solidFill>
                <a:latin typeface="SFMono-Regular"/>
                <a:ea typeface="SFMono-Regular"/>
                <a:cs typeface="SFMono-Regular"/>
              </a:rPr>
              <a:t>19</a:t>
            </a:r>
          </a:p>
        </p:txBody>
      </p:sp>
      <p:sp>
        <p:nvSpPr>
          <p:cNvPr id="18" name="">
            <a:extLst xmlns:a="http://schemas.openxmlformats.org/drawingml/2006/main">
              <a:ext uri="{FF2B5EF4-FFF2-40B4-BE49-F238E27FC236}">
                <a16:creationId xmlns:a16="http://schemas.microsoft.com/office/drawing/2014/main" id="{FA6DDBBC-67C9-4F35-B528-9D9DB0C0D9ED}"/>
              </a:ext>
            </a:extLst>
          </p:cNvPr>
          <p:cNvSpPr>
            <a:spLocks xmlns:a="http://schemas.openxmlformats.org/drawingml/2006/main" noGrp="1"/>
          </p:cNvSpPr>
          <p:nvPr/>
        </p:nvSpPr>
        <p:spPr>
          <a:xfrm xmlns:a="http://schemas.openxmlformats.org/drawingml/2006/main">
            <a:off x="685800" y="5429250"/>
            <a:ext cx="108204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19" name="database-not-dbms">
            <a:extLst xmlns:a="http://schemas.openxmlformats.org/drawingml/2006/main">
              <a:ext uri="{FF2B5EF4-FFF2-40B4-BE49-F238E27FC236}">
                <a16:creationId xmlns:a16="http://schemas.microsoft.com/office/drawing/2014/main" id="{1D755C3C-E567-4F41-B536-D6B262FE4FE3}"/>
              </a:ext>
            </a:extLst>
          </p:cNvPr>
          <p:cNvSpPr>
            <a:spLocks xmlns:a="http://schemas.openxmlformats.org/drawingml/2006/main" noGrp="1"/>
          </p:cNvSpPr>
          <p:nvPr/>
        </p:nvSpPr>
        <p:spPr>
          <a:xfrm xmlns:a="http://schemas.openxmlformats.org/drawingml/2006/main">
            <a:off x="685800" y="573405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database  ≠  DBMS</a:t>
            </a:r>
          </a:p>
        </p:txBody>
      </p:sp>
    </p:spTree>
    <p:extLst>
      <p:ext uri="{BB962C8B-B14F-4D97-AF65-F5344CB8AC3E}">
        <p14:creationId xmlns:p14="http://schemas.microsoft.com/office/powerpoint/2010/main" val="5481458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882C66-7938-48E0-AF00-E73F14C9C54A}"/>
              </a:ext>
            </a:extLst>
          </p:cNvPr>
          <p:cNvSpPr>
            <a:spLocks xmlns:a="http://schemas.openxmlformats.org/drawingml/2006/main" noGrp="1"/>
          </p:cNvSpPr>
          <p:nvPr/>
        </p:nvSpPr>
        <p:spPr>
          <a:xfrm xmlns:a="http://schemas.openxmlformats.org/drawingml/2006/main">
            <a:off x="6858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050" b="1">
                <a:solidFill>
                  <a:srgbClr val="6E6E73"/>
                </a:solidFill>
                <a:latin typeface="Helvetica Neue"/>
                <a:ea typeface="Helvetica Neue"/>
                <a:cs typeface="Helvetica Neue"/>
              </a:defRPr>
            </a:pPr>
            <a:r>
              <a:rPr sz="1050" b="1">
                <a:solidFill>
                  <a:srgbClr val="6E6E73"/>
                </a:solidFill>
                <a:latin typeface="Helvetica Neue"/>
                <a:ea typeface="Helvetica Neue"/>
                <a:cs typeface="Helvetica Neue"/>
              </a:rPr>
              <a:t>WHAT IS DATA?</a:t>
            </a:r>
          </a:p>
        </p:txBody>
      </p:sp>
      <p:sp>
        <p:nvSpPr>
          <p:cNvPr id="2" name="slide-title">
            <a:extLst xmlns:a="http://schemas.openxmlformats.org/drawingml/2006/main">
              <a:ext uri="{FF2B5EF4-FFF2-40B4-BE49-F238E27FC236}">
                <a16:creationId xmlns:a16="http://schemas.microsoft.com/office/drawing/2014/main" id="{D61420EE-BC05-42D8-A72E-F9E95F72377B}"/>
              </a:ext>
            </a:extLst>
          </p:cNvPr>
          <p:cNvSpPr>
            <a:spLocks xmlns:a="http://schemas.openxmlformats.org/drawingml/2006/main" noGrp="1"/>
          </p:cNvSpPr>
          <p:nvPr/>
        </p:nvSpPr>
        <p:spPr>
          <a:xfrm xmlns:a="http://schemas.openxmlformats.org/drawingml/2006/main">
            <a:off x="685800" y="5715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4125" b="1">
                <a:solidFill>
                  <a:srgbClr val="000000"/>
                </a:solidFill>
                <a:latin typeface="Helvetica Neue"/>
                <a:ea typeface="Helvetica Neue"/>
                <a:cs typeface="Helvetica Neue"/>
              </a:defRPr>
            </a:pPr>
            <a:r>
              <a:rPr sz="4125" b="1">
                <a:solidFill>
                  <a:srgbClr val="000000"/>
                </a:solidFill>
                <a:latin typeface="Helvetica Neue"/>
                <a:ea typeface="Helvetica Neue"/>
                <a:cs typeface="Helvetica Neue"/>
              </a:rPr>
              <a:t>Does data need a file?</a:t>
            </a:r>
          </a:p>
        </p:txBody>
      </p:sp>
      <p:sp>
        <p:nvSpPr>
          <p:cNvPr id="3" name="">
            <a:extLst xmlns:a="http://schemas.openxmlformats.org/drawingml/2006/main">
              <a:ext uri="{FF2B5EF4-FFF2-40B4-BE49-F238E27FC236}">
                <a16:creationId xmlns:a16="http://schemas.microsoft.com/office/drawing/2014/main" id="{E3CC1870-7A41-42A7-91C1-0021995439E6}"/>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4" name="">
            <a:extLst xmlns:a="http://schemas.openxmlformats.org/drawingml/2006/main">
              <a:ext uri="{FF2B5EF4-FFF2-40B4-BE49-F238E27FC236}">
                <a16:creationId xmlns:a16="http://schemas.microsoft.com/office/drawing/2014/main" id="{48722180-B8C0-4E62-B1E3-83D05A0B2878}"/>
              </a:ext>
            </a:extLst>
          </p:cNvPr>
          <p:cNvSpPr>
            <a:spLocks xmlns:a="http://schemas.openxmlformats.org/drawingml/2006/main" noGrp="1"/>
          </p:cNvSpPr>
          <p:nvPr/>
        </p:nvSpPr>
        <p:spPr>
          <a:xfrm xmlns:a="http://schemas.openxmlformats.org/drawingml/2006/main">
            <a:off x="3733800" y="2876550"/>
            <a:ext cx="47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450" b="1">
                <a:solidFill>
                  <a:srgbClr val="A1A1A6"/>
                </a:solidFill>
                <a:latin typeface="Helvetica Neue"/>
                <a:ea typeface="Helvetica Neue"/>
                <a:cs typeface="Helvetica Neue"/>
              </a:defRPr>
            </a:pPr>
            <a:r>
              <a:rPr sz="3450" b="1">
                <a:solidFill>
                  <a:srgbClr val="A1A1A6"/>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87587FFF-0603-419D-B777-7DB83991E427}"/>
              </a:ext>
            </a:extLst>
          </p:cNvPr>
          <p:cNvSpPr>
            <a:spLocks xmlns:a="http://schemas.openxmlformats.org/drawingml/2006/main" noGrp="1"/>
          </p:cNvSpPr>
          <p:nvPr/>
        </p:nvSpPr>
        <p:spPr>
          <a:xfrm xmlns:a="http://schemas.openxmlformats.org/drawingml/2006/main">
            <a:off x="7429500" y="2876550"/>
            <a:ext cx="47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450" b="1">
                <a:solidFill>
                  <a:srgbClr val="A1A1A6"/>
                </a:solidFill>
                <a:latin typeface="Helvetica Neue"/>
                <a:ea typeface="Helvetica Neue"/>
                <a:cs typeface="Helvetica Neue"/>
              </a:defRPr>
            </a:pPr>
            <a:r>
              <a:rPr sz="3450" b="1">
                <a:solidFill>
                  <a:srgbClr val="A1A1A6"/>
                </a:solidFill>
                <a:latin typeface="Helvetica Neue"/>
                <a:ea typeface="Helvetica Neue"/>
                <a:cs typeface="Helvetica Neue"/>
              </a:rPr>
              <a: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35563dd68904623"/>
          <a:stretch xmlns:a="http://schemas.openxmlformats.org/drawingml/2006/main"/>
        </p:blipFill>
        <p:spPr>
          <a:xfrm xmlns:a="http://schemas.openxmlformats.org/drawingml/2006/main">
            <a:off x="1496911" y="1752600"/>
            <a:ext cx="1425778" cy="1466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FCA622-C980-42B7-B905-90E72B4D728F}"/>
              </a:ext>
            </a:extLst>
          </p:cNvPr>
          <p:cNvSpPr>
            <a:spLocks xmlns:a="http://schemas.openxmlformats.org/drawingml/2006/main" noGrp="1"/>
          </p:cNvSpPr>
          <p:nvPr/>
        </p:nvSpPr>
        <p:spPr>
          <a:xfrm xmlns:a="http://schemas.openxmlformats.org/drawingml/2006/main">
            <a:off x="781050" y="3524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875" b="1">
                <a:solidFill>
                  <a:srgbClr val="000000"/>
                </a:solidFill>
                <a:latin typeface="SFMono-Regular"/>
                <a:ea typeface="SFMono-Regular"/>
                <a:cs typeface="SFMono-Regular"/>
              </a:defRPr>
            </a:pPr>
            <a:r>
              <a:rPr sz="1875" b="1">
                <a:solidFill>
                  <a:srgbClr val="000000"/>
                </a:solidFill>
                <a:latin typeface="SFMono-Regular"/>
                <a:ea typeface="SFMono-Regular"/>
                <a:cs typeface="SFMono-Regular"/>
              </a:rPr>
              <a:t>roads.xlsx</a:t>
            </a:r>
          </a:p>
        </p:txBody>
      </p:sp>
      <p:sp>
        <p:nvSpPr>
          <p:cNvPr id="8" name="">
            <a:extLst xmlns:a="http://schemas.openxmlformats.org/drawingml/2006/main">
              <a:ext uri="{FF2B5EF4-FFF2-40B4-BE49-F238E27FC236}">
                <a16:creationId xmlns:a16="http://schemas.microsoft.com/office/drawing/2014/main" id="{1077213D-5CA3-4904-B8AE-15D5F010564B}"/>
              </a:ext>
            </a:extLst>
          </p:cNvPr>
          <p:cNvSpPr>
            <a:spLocks xmlns:a="http://schemas.openxmlformats.org/drawingml/2006/main" noGrp="1"/>
          </p:cNvSpPr>
          <p:nvPr/>
        </p:nvSpPr>
        <p:spPr>
          <a:xfrm xmlns:a="http://schemas.openxmlformats.org/drawingml/2006/main">
            <a:off x="781050" y="4057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2000"/>
              </a:lnSpc>
              <a:buNone/>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Logan → Salt Lake City</a:t>
            </a:r>
          </a:p>
          <a:p xmlns:a="http://schemas.openxmlformats.org/drawingml/2006/main">
            <a:pPr algn="ctr">
              <a:lnSpc>
                <a:spcPct val="122000"/>
              </a:lnSpc>
              <a:buNone/>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Salt Lake City → Provo</a:t>
            </a:r>
          </a:p>
        </p:txBody>
      </p:sp>
      <p:sp>
        <p:nvSpPr>
          <p:cNvPr id="9" name="">
            <a:extLst xmlns:a="http://schemas.openxmlformats.org/drawingml/2006/main">
              <a:ext uri="{FF2B5EF4-FFF2-40B4-BE49-F238E27FC236}">
                <a16:creationId xmlns:a16="http://schemas.microsoft.com/office/drawing/2014/main" id="{1DDC2C7D-1E0A-4E72-8446-6C79E54C15F0}"/>
              </a:ext>
            </a:extLst>
          </p:cNvPr>
          <p:cNvSpPr>
            <a:spLocks xmlns:a="http://schemas.openxmlformats.org/drawingml/2006/main" noGrp="1"/>
          </p:cNvSpPr>
          <p:nvPr/>
        </p:nvSpPr>
        <p:spPr>
          <a:xfrm xmlns:a="http://schemas.openxmlformats.org/drawingml/2006/main">
            <a:off x="781050" y="50101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FILE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fdd5d2529ae4791"/>
          <a:stretch xmlns:a="http://schemas.openxmlformats.org/drawingml/2006/main"/>
        </p:blipFill>
        <p:spPr>
          <a:xfrm xmlns:a="http://schemas.openxmlformats.org/drawingml/2006/main">
            <a:off x="5000625" y="1714500"/>
            <a:ext cx="1619250"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9188C1F-26A5-4D1A-9AF6-532B9BE15610}"/>
              </a:ext>
            </a:extLst>
          </p:cNvPr>
          <p:cNvSpPr>
            <a:spLocks xmlns:a="http://schemas.openxmlformats.org/drawingml/2006/main" noGrp="1"/>
          </p:cNvSpPr>
          <p:nvPr/>
        </p:nvSpPr>
        <p:spPr>
          <a:xfrm xmlns:a="http://schemas.openxmlformats.org/drawingml/2006/main">
            <a:off x="4333875" y="3524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875" b="1">
                <a:solidFill>
                  <a:srgbClr val="000000"/>
                </a:solidFill>
                <a:latin typeface="SFMono-Regular"/>
                <a:ea typeface="SFMono-Regular"/>
                <a:cs typeface="SFMono-Regular"/>
              </a:defRPr>
            </a:pPr>
            <a:r>
              <a:rPr sz="1875" b="1">
                <a:solidFill>
                  <a:srgbClr val="000000"/>
                </a:solidFill>
                <a:latin typeface="SFMono-Regular"/>
                <a:ea typeface="SFMono-Regular"/>
                <a:cs typeface="SFMono-Regular"/>
              </a:rPr>
              <a:t>roads.parquet</a:t>
            </a:r>
          </a:p>
        </p:txBody>
      </p:sp>
      <p:sp>
        <p:nvSpPr>
          <p:cNvPr id="12" name="">
            <a:extLst xmlns:a="http://schemas.openxmlformats.org/drawingml/2006/main">
              <a:ext uri="{FF2B5EF4-FFF2-40B4-BE49-F238E27FC236}">
                <a16:creationId xmlns:a16="http://schemas.microsoft.com/office/drawing/2014/main" id="{DE151B19-BFEE-4968-BD6F-0547CE12627A}"/>
              </a:ext>
            </a:extLst>
          </p:cNvPr>
          <p:cNvSpPr>
            <a:spLocks xmlns:a="http://schemas.openxmlformats.org/drawingml/2006/main" noGrp="1"/>
          </p:cNvSpPr>
          <p:nvPr/>
        </p:nvSpPr>
        <p:spPr>
          <a:xfrm xmlns:a="http://schemas.openxmlformats.org/drawingml/2006/main">
            <a:off x="4333875" y="40576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2000"/>
              </a:lnSpc>
              <a:buNone/>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Logan → Salt Lake City</a:t>
            </a:r>
          </a:p>
          <a:p xmlns:a="http://schemas.openxmlformats.org/drawingml/2006/main">
            <a:pPr algn="ctr">
              <a:lnSpc>
                <a:spcPct val="122000"/>
              </a:lnSpc>
              <a:buNone/>
              <a:defRPr sz="1275" b="0">
                <a:solidFill>
                  <a:srgbClr val="6E6E73"/>
                </a:solidFill>
                <a:latin typeface="Helvetica Neue"/>
                <a:ea typeface="Helvetica Neue"/>
                <a:cs typeface="Helvetica Neue"/>
              </a:defRPr>
            </a:pPr>
            <a:r>
              <a:rPr sz="1275" b="0">
                <a:solidFill>
                  <a:srgbClr val="6E6E73"/>
                </a:solidFill>
                <a:latin typeface="Helvetica Neue"/>
                <a:ea typeface="Helvetica Neue"/>
                <a:cs typeface="Helvetica Neue"/>
              </a:rPr>
              <a:t>Salt Lake City → Provo</a:t>
            </a:r>
          </a:p>
        </p:txBody>
      </p:sp>
      <p:sp>
        <p:nvSpPr>
          <p:cNvPr id="13" name="">
            <a:extLst xmlns:a="http://schemas.openxmlformats.org/drawingml/2006/main">
              <a:ext uri="{FF2B5EF4-FFF2-40B4-BE49-F238E27FC236}">
                <a16:creationId xmlns:a16="http://schemas.microsoft.com/office/drawing/2014/main" id="{31D6B170-3D94-4DEB-B182-407792E32709}"/>
              </a:ext>
            </a:extLst>
          </p:cNvPr>
          <p:cNvSpPr>
            <a:spLocks xmlns:a="http://schemas.openxmlformats.org/drawingml/2006/main" noGrp="1"/>
          </p:cNvSpPr>
          <p:nvPr/>
        </p:nvSpPr>
        <p:spPr>
          <a:xfrm xmlns:a="http://schemas.openxmlformats.org/drawingml/2006/main">
            <a:off x="4333875" y="501015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FILE</a:t>
            </a:r>
          </a:p>
        </p:txBody>
      </p:sp>
      <p:sp>
        <p:nvSpPr>
          <p:cNvPr id="14" name="roads-in-memory">
            <a:extLst xmlns:a="http://schemas.openxmlformats.org/drawingml/2006/main">
              <a:ext uri="{FF2B5EF4-FFF2-40B4-BE49-F238E27FC236}">
                <a16:creationId xmlns:a16="http://schemas.microsoft.com/office/drawing/2014/main" id="{091C6AD5-3028-42F3-AB99-D258B67E9982}"/>
              </a:ext>
            </a:extLst>
          </p:cNvPr>
          <p:cNvSpPr>
            <a:spLocks xmlns:a="http://schemas.openxmlformats.org/drawingml/2006/main" noGrp="1"/>
          </p:cNvSpPr>
          <p:nvPr/>
        </p:nvSpPr>
        <p:spPr>
          <a:xfrm xmlns:a="http://schemas.openxmlformats.org/drawingml/2006/main">
            <a:off x="8048625" y="1714500"/>
            <a:ext cx="3457575" cy="2933700"/>
          </a:xfrm>
          <a:prstGeom xmlns:a="http://schemas.openxmlformats.org/drawingml/2006/main" prst="roundRect">
            <a:avLst>
              <a:gd name="adj" fmla="val 3247"/>
            </a:avLst>
          </a:prstGeom>
          <a:solidFill xmlns:a="http://schemas.openxmlformats.org/drawingml/2006/main">
            <a:srgbClr val="000000"/>
          </a:solidFill>
          <a:ln xmlns:a="http://schemas.openxmlformats.org/drawingml/2006/main" w="9525">
            <a:solidFill>
              <a:srgbClr val="000000"/>
            </a:solidFill>
            <a:prstDash val="solid"/>
          </a:ln>
        </p:spPr>
      </p:sp>
      <p:sp>
        <p:nvSpPr>
          <p:cNvPr id="15" name="">
            <a:extLst xmlns:a="http://schemas.openxmlformats.org/drawingml/2006/main">
              <a:ext uri="{FF2B5EF4-FFF2-40B4-BE49-F238E27FC236}">
                <a16:creationId xmlns:a16="http://schemas.microsoft.com/office/drawing/2014/main" id="{D483D1FA-47B8-46E2-8598-2805517CC579}"/>
              </a:ext>
            </a:extLst>
          </p:cNvPr>
          <p:cNvSpPr>
            <a:spLocks xmlns:a="http://schemas.openxmlformats.org/drawingml/2006/main" noGrp="1"/>
          </p:cNvSpPr>
          <p:nvPr/>
        </p:nvSpPr>
        <p:spPr>
          <a:xfrm xmlns:a="http://schemas.openxmlformats.org/drawingml/2006/main">
            <a:off x="8305800" y="1952625"/>
            <a:ext cx="29527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let roads = [</a:t>
            </a:r>
          </a:p>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    ("Logan",</a:t>
            </a:r>
          </a:p>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     "Salt Lake City"),</a:t>
            </a:r>
          </a:p>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    ("Salt Lake City",</a:t>
            </a:r>
          </a:p>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     "Provo"),</a:t>
            </a:r>
          </a:p>
          <a:p xmlns:a="http://schemas.openxmlformats.org/drawingml/2006/main">
            <a:pPr algn="l">
              <a:lnSpc>
                <a:spcPct val="116000"/>
              </a:lnSpc>
              <a:buNone/>
              <a:defRPr sz="1500" b="0">
                <a:solidFill>
                  <a:srgbClr val="FFFFFF"/>
                </a:solidFill>
                <a:latin typeface="SFMono-Regular"/>
                <a:ea typeface="SFMono-Regular"/>
                <a:cs typeface="SFMono-Regular"/>
              </a:defRPr>
            </a:pPr>
            <a:r>
              <a:rPr sz="1500" b="0">
                <a:solidFill>
                  <a:srgbClr val="FFFFFF"/>
                </a:solidFill>
                <a:latin typeface="SFMono-Regular"/>
                <a:ea typeface="SFMono-Regular"/>
                <a:cs typeface="SFMono-Regular"/>
              </a:rPr>
              <a:t>];</a:t>
            </a:r>
          </a:p>
        </p:txBody>
      </p:sp>
      <p:sp>
        <p:nvSpPr>
          <p:cNvPr id="16" name="">
            <a:extLst xmlns:a="http://schemas.openxmlformats.org/drawingml/2006/main">
              <a:ext uri="{FF2B5EF4-FFF2-40B4-BE49-F238E27FC236}">
                <a16:creationId xmlns:a16="http://schemas.microsoft.com/office/drawing/2014/main" id="{6689390D-66D3-4F47-85F4-C39960B3C3B0}"/>
              </a:ext>
            </a:extLst>
          </p:cNvPr>
          <p:cNvSpPr>
            <a:spLocks xmlns:a="http://schemas.openxmlformats.org/drawingml/2006/main" noGrp="1"/>
          </p:cNvSpPr>
          <p:nvPr/>
        </p:nvSpPr>
        <p:spPr>
          <a:xfrm xmlns:a="http://schemas.openxmlformats.org/drawingml/2006/main">
            <a:off x="8048625" y="5010150"/>
            <a:ext cx="3457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VALUE IN MEMORY</a:t>
            </a:r>
          </a:p>
        </p:txBody>
      </p:sp>
    </p:spTree>
    <p:extLst>
      <p:ext uri="{BB962C8B-B14F-4D97-AF65-F5344CB8AC3E}">
        <p14:creationId xmlns:p14="http://schemas.microsoft.com/office/powerpoint/2010/main" val="4959131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7094242-993A-4DB6-A713-7352E79F94C4}"/>
              </a:ext>
            </a:extLst>
          </p:cNvPr>
          <p:cNvSpPr>
            <a:spLocks xmlns:a="http://schemas.openxmlformats.org/drawingml/2006/main" noGrp="1"/>
          </p:cNvSpPr>
          <p:nvPr/>
        </p:nvSpPr>
        <p:spPr>
          <a:xfrm xmlns:a="http://schemas.openxmlformats.org/drawingml/2006/main">
            <a:off x="6858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050" b="1">
                <a:solidFill>
                  <a:srgbClr val="6E6E73"/>
                </a:solidFill>
                <a:latin typeface="Helvetica Neue"/>
                <a:ea typeface="Helvetica Neue"/>
                <a:cs typeface="Helvetica Neue"/>
              </a:defRPr>
            </a:pPr>
            <a:r>
              <a:rPr sz="1050" b="1">
                <a:solidFill>
                  <a:srgbClr val="6E6E73"/>
                </a:solidFill>
                <a:latin typeface="Helvetica Neue"/>
                <a:ea typeface="Helvetica Neue"/>
                <a:cs typeface="Helvetica Neue"/>
              </a:rPr>
              <a:t>COURSE SCOPE</a:t>
            </a:r>
          </a:p>
        </p:txBody>
      </p:sp>
      <p:sp>
        <p:nvSpPr>
          <p:cNvPr id="2" name="slide-title">
            <a:extLst xmlns:a="http://schemas.openxmlformats.org/drawingml/2006/main">
              <a:ext uri="{FF2B5EF4-FFF2-40B4-BE49-F238E27FC236}">
                <a16:creationId xmlns:a16="http://schemas.microsoft.com/office/drawing/2014/main" id="{7EFF7EBB-AE13-49CE-8E78-49B416F3C765}"/>
              </a:ext>
            </a:extLst>
          </p:cNvPr>
          <p:cNvSpPr>
            <a:spLocks xmlns:a="http://schemas.openxmlformats.org/drawingml/2006/main" noGrp="1"/>
          </p:cNvSpPr>
          <p:nvPr/>
        </p:nvSpPr>
        <p:spPr>
          <a:xfrm xmlns:a="http://schemas.openxmlformats.org/drawingml/2006/main">
            <a:off x="685800" y="5715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4125" b="1">
                <a:solidFill>
                  <a:srgbClr val="000000"/>
                </a:solidFill>
                <a:latin typeface="Helvetica Neue"/>
                <a:ea typeface="Helvetica Neue"/>
                <a:cs typeface="Helvetica Neue"/>
              </a:defRPr>
            </a:pPr>
            <a:r>
              <a:rPr sz="4125" b="1">
                <a:solidFill>
                  <a:srgbClr val="000000"/>
                </a:solidFill>
                <a:latin typeface="Helvetica Neue"/>
                <a:ea typeface="Helvetica Neue"/>
                <a:cs typeface="Helvetica Neue"/>
              </a:rPr>
              <a:t>Inside the DBMS</a:t>
            </a:r>
          </a:p>
        </p:txBody>
      </p:sp>
      <p:sp>
        <p:nvSpPr>
          <p:cNvPr id="3" name="">
            <a:extLst xmlns:a="http://schemas.openxmlformats.org/drawingml/2006/main">
              <a:ext uri="{FF2B5EF4-FFF2-40B4-BE49-F238E27FC236}">
                <a16:creationId xmlns:a16="http://schemas.microsoft.com/office/drawing/2014/main" id="{BD25D18B-30EE-4908-8106-CD25DEAA0677}"/>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2D2D7"/>
            </a:solidFill>
            <a:prstDash val="solid"/>
          </a:ln>
        </p:spPr>
      </p:sp>
      <p:sp>
        <p:nvSpPr>
          <p:cNvPr id="4" name="">
            <a:extLst xmlns:a="http://schemas.openxmlformats.org/drawingml/2006/main">
              <a:ext uri="{FF2B5EF4-FFF2-40B4-BE49-F238E27FC236}">
                <a16:creationId xmlns:a16="http://schemas.microsoft.com/office/drawing/2014/main" id="{FE2CD02E-0B0D-43DE-A4EB-FC50C6FEFDA8}"/>
              </a:ext>
            </a:extLst>
          </p:cNvPr>
          <p:cNvSpPr>
            <a:spLocks xmlns:a="http://schemas.openxmlformats.org/drawingml/2006/main" noGrp="1"/>
          </p:cNvSpPr>
          <p:nvPr/>
        </p:nvSpPr>
        <p:spPr>
          <a:xfrm xmlns:a="http://schemas.openxmlformats.org/drawingml/2006/main">
            <a:off x="5715000" y="2876550"/>
            <a:ext cx="16192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5" name="">
            <a:extLst xmlns:a="http://schemas.openxmlformats.org/drawingml/2006/main">
              <a:ext uri="{FF2B5EF4-FFF2-40B4-BE49-F238E27FC236}">
                <a16:creationId xmlns:a16="http://schemas.microsoft.com/office/drawing/2014/main" id="{74AF9A7D-DC72-435B-AB9F-B4CA871C7EBB}"/>
              </a:ext>
            </a:extLst>
          </p:cNvPr>
          <p:cNvSpPr>
            <a:spLocks xmlns:a="http://schemas.openxmlformats.org/drawingml/2006/main" noGrp="1"/>
          </p:cNvSpPr>
          <p:nvPr/>
        </p:nvSpPr>
        <p:spPr>
          <a:xfrm xmlns:a="http://schemas.openxmlformats.org/drawingml/2006/main">
            <a:off x="5715000" y="3314700"/>
            <a:ext cx="161925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6" name="dbms-cutaway">
            <a:extLst xmlns:a="http://schemas.openxmlformats.org/drawingml/2006/main">
              <a:ext uri="{FF2B5EF4-FFF2-40B4-BE49-F238E27FC236}">
                <a16:creationId xmlns:a16="http://schemas.microsoft.com/office/drawing/2014/main" id="{FDD0418B-DA61-46FB-8D0B-C33AFADD7D57}"/>
              </a:ext>
            </a:extLst>
          </p:cNvPr>
          <p:cNvSpPr>
            <a:spLocks xmlns:a="http://schemas.openxmlformats.org/drawingml/2006/main" noGrp="1"/>
          </p:cNvSpPr>
          <p:nvPr/>
        </p:nvSpPr>
        <p:spPr>
          <a:xfrm xmlns:a="http://schemas.openxmlformats.org/drawingml/2006/main">
            <a:off x="742950" y="1752600"/>
            <a:ext cx="5238750" cy="3752850"/>
          </a:xfrm>
          <a:prstGeom xmlns:a="http://schemas.openxmlformats.org/drawingml/2006/main" prst="roundRect">
            <a:avLst>
              <a:gd name="adj" fmla="val 2030"/>
            </a:avLst>
          </a:prstGeom>
          <a:solidFill xmlns:a="http://schemas.openxmlformats.org/drawingml/2006/main">
            <a:srgbClr val="FFFFFF"/>
          </a:solidFill>
          <a:ln xmlns:a="http://schemas.openxmlformats.org/drawingml/2006/main" w="19050">
            <a:solidFill>
              <a:srgbClr val="000000"/>
            </a:solidFill>
            <a:prstDash val="solid"/>
          </a:ln>
        </p:spPr>
      </p:sp>
      <p:sp>
        <p:nvSpPr>
          <p:cNvPr id="7" name="">
            <a:extLst xmlns:a="http://schemas.openxmlformats.org/drawingml/2006/main">
              <a:ext uri="{FF2B5EF4-FFF2-40B4-BE49-F238E27FC236}">
                <a16:creationId xmlns:a16="http://schemas.microsoft.com/office/drawing/2014/main" id="{EB549DDF-B582-4630-BB0F-F8894B978959}"/>
              </a:ext>
            </a:extLst>
          </p:cNvPr>
          <p:cNvSpPr>
            <a:spLocks xmlns:a="http://schemas.openxmlformats.org/drawingml/2006/main" noGrp="1"/>
          </p:cNvSpPr>
          <p:nvPr/>
        </p:nvSpPr>
        <p:spPr>
          <a:xfrm xmlns:a="http://schemas.openxmlformats.org/drawingml/2006/main">
            <a:off x="1028700" y="19335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DBMS</a:t>
            </a:r>
          </a:p>
        </p:txBody>
      </p:sp>
      <p:sp>
        <p:nvSpPr>
          <p:cNvPr id="8" name="">
            <a:extLst xmlns:a="http://schemas.openxmlformats.org/drawingml/2006/main">
              <a:ext uri="{FF2B5EF4-FFF2-40B4-BE49-F238E27FC236}">
                <a16:creationId xmlns:a16="http://schemas.microsoft.com/office/drawing/2014/main" id="{92354F04-18A0-4108-9A4B-F17BF308F071}"/>
              </a:ext>
            </a:extLst>
          </p:cNvPr>
          <p:cNvSpPr>
            <a:spLocks xmlns:a="http://schemas.openxmlformats.org/drawingml/2006/main" noGrp="1"/>
          </p:cNvSpPr>
          <p:nvPr/>
        </p:nvSpPr>
        <p:spPr>
          <a:xfrm xmlns:a="http://schemas.openxmlformats.org/drawingml/2006/main">
            <a:off x="1009650" y="2247900"/>
            <a:ext cx="4705350" cy="514350"/>
          </a:xfrm>
          <a:prstGeom xmlns:a="http://schemas.openxmlformats.org/drawingml/2006/main" prst="rect">
            <a:avLst/>
          </a:prstGeom>
          <a:solidFill xmlns:a="http://schemas.openxmlformats.org/drawingml/2006/main">
            <a:srgbClr val="F5F5F7"/>
          </a:solidFill>
          <a:ln xmlns:a="http://schemas.openxmlformats.org/drawingml/2006/main" w="7620">
            <a:solidFill>
              <a:srgbClr val="D2D2D7"/>
            </a:solidFill>
            <a:prstDash val="solid"/>
          </a:ln>
        </p:spPr>
      </p:sp>
      <p:sp>
        <p:nvSpPr>
          <p:cNvPr id="9" name="">
            <a:extLst xmlns:a="http://schemas.openxmlformats.org/drawingml/2006/main">
              <a:ext uri="{FF2B5EF4-FFF2-40B4-BE49-F238E27FC236}">
                <a16:creationId xmlns:a16="http://schemas.microsoft.com/office/drawing/2014/main" id="{734F0D7D-9F56-451C-B5F2-C46F2422BBF0}"/>
              </a:ext>
            </a:extLst>
          </p:cNvPr>
          <p:cNvSpPr>
            <a:spLocks xmlns:a="http://schemas.openxmlformats.org/drawingml/2006/main" noGrp="1"/>
          </p:cNvSpPr>
          <p:nvPr/>
        </p:nvSpPr>
        <p:spPr>
          <a:xfrm xmlns:a="http://schemas.openxmlformats.org/drawingml/2006/main">
            <a:off x="1238250" y="2400300"/>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125" b="1">
                <a:solidFill>
                  <a:srgbClr val="111111"/>
                </a:solidFill>
                <a:latin typeface="Helvetica Neue"/>
                <a:ea typeface="Helvetica Neue"/>
                <a:cs typeface="Helvetica Neue"/>
              </a:defRPr>
            </a:pPr>
            <a:r>
              <a:rPr sz="1125" b="1">
                <a:solidFill>
                  <a:srgbClr val="111111"/>
                </a:solidFill>
                <a:latin typeface="Helvetica Neue"/>
                <a:ea typeface="Helvetica Neue"/>
                <a:cs typeface="Helvetica Neue"/>
              </a:rPr>
              <a:t>SQL / API</a:t>
            </a:r>
          </a:p>
        </p:txBody>
      </p:sp>
      <p:sp>
        <p:nvSpPr>
          <p:cNvPr id="10" name="query-scope-band">
            <a:extLst xmlns:a="http://schemas.openxmlformats.org/drawingml/2006/main">
              <a:ext uri="{FF2B5EF4-FFF2-40B4-BE49-F238E27FC236}">
                <a16:creationId xmlns:a16="http://schemas.microsoft.com/office/drawing/2014/main" id="{1BAAD71D-FC7B-4512-8190-59F0C078C41F}"/>
              </a:ext>
            </a:extLst>
          </p:cNvPr>
          <p:cNvSpPr>
            <a:spLocks xmlns:a="http://schemas.openxmlformats.org/drawingml/2006/main" noGrp="1"/>
          </p:cNvSpPr>
          <p:nvPr/>
        </p:nvSpPr>
        <p:spPr>
          <a:xfrm xmlns:a="http://schemas.openxmlformats.org/drawingml/2006/main">
            <a:off x="1009650" y="2762250"/>
            <a:ext cx="4705350" cy="6096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1" name="">
            <a:extLst xmlns:a="http://schemas.openxmlformats.org/drawingml/2006/main">
              <a:ext uri="{FF2B5EF4-FFF2-40B4-BE49-F238E27FC236}">
                <a16:creationId xmlns:a16="http://schemas.microsoft.com/office/drawing/2014/main" id="{3AB4BFDF-3213-4F04-A1A7-F3C8BCF7D628}"/>
              </a:ext>
            </a:extLst>
          </p:cNvPr>
          <p:cNvSpPr>
            <a:spLocks xmlns:a="http://schemas.openxmlformats.org/drawingml/2006/main" noGrp="1"/>
          </p:cNvSpPr>
          <p:nvPr/>
        </p:nvSpPr>
        <p:spPr>
          <a:xfrm xmlns:a="http://schemas.openxmlformats.org/drawingml/2006/main">
            <a:off x="1238250" y="2962275"/>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QUERY PROCESSING</a:t>
            </a:r>
          </a:p>
        </p:txBody>
      </p:sp>
      <p:sp>
        <p:nvSpPr>
          <p:cNvPr id="12" name="">
            <a:extLst xmlns:a="http://schemas.openxmlformats.org/drawingml/2006/main">
              <a:ext uri="{FF2B5EF4-FFF2-40B4-BE49-F238E27FC236}">
                <a16:creationId xmlns:a16="http://schemas.microsoft.com/office/drawing/2014/main" id="{E579A997-7203-4935-AA52-6059E01A58CE}"/>
              </a:ext>
            </a:extLst>
          </p:cNvPr>
          <p:cNvSpPr>
            <a:spLocks xmlns:a="http://schemas.openxmlformats.org/drawingml/2006/main" noGrp="1"/>
          </p:cNvSpPr>
          <p:nvPr/>
        </p:nvSpPr>
        <p:spPr>
          <a:xfrm xmlns:a="http://schemas.openxmlformats.org/drawingml/2006/main">
            <a:off x="1009650" y="3371850"/>
            <a:ext cx="4705350" cy="514350"/>
          </a:xfrm>
          <a:prstGeom xmlns:a="http://schemas.openxmlformats.org/drawingml/2006/main" prst="rect">
            <a:avLst/>
          </a:prstGeom>
          <a:solidFill xmlns:a="http://schemas.openxmlformats.org/drawingml/2006/main">
            <a:srgbClr val="FFFFFF"/>
          </a:solidFill>
          <a:ln xmlns:a="http://schemas.openxmlformats.org/drawingml/2006/main" w="7620">
            <a:solidFill>
              <a:srgbClr val="D2D2D7"/>
            </a:solidFill>
            <a:prstDash val="solid"/>
          </a:ln>
        </p:spPr>
      </p:sp>
      <p:sp>
        <p:nvSpPr>
          <p:cNvPr id="13" name="">
            <a:extLst xmlns:a="http://schemas.openxmlformats.org/drawingml/2006/main">
              <a:ext uri="{FF2B5EF4-FFF2-40B4-BE49-F238E27FC236}">
                <a16:creationId xmlns:a16="http://schemas.microsoft.com/office/drawing/2014/main" id="{B9A40B08-A861-4A20-9172-9FD93F513BC6}"/>
              </a:ext>
            </a:extLst>
          </p:cNvPr>
          <p:cNvSpPr>
            <a:spLocks xmlns:a="http://schemas.openxmlformats.org/drawingml/2006/main" noGrp="1"/>
          </p:cNvSpPr>
          <p:nvPr/>
        </p:nvSpPr>
        <p:spPr>
          <a:xfrm xmlns:a="http://schemas.openxmlformats.org/drawingml/2006/main">
            <a:off x="1238250" y="3524250"/>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125" b="1">
                <a:solidFill>
                  <a:srgbClr val="6E6E73"/>
                </a:solidFill>
                <a:latin typeface="Helvetica Neue"/>
                <a:ea typeface="Helvetica Neue"/>
                <a:cs typeface="Helvetica Neue"/>
              </a:defRPr>
            </a:pPr>
            <a:r>
              <a:rPr sz="1125" b="1">
                <a:solidFill>
                  <a:srgbClr val="6E6E73"/>
                </a:solidFill>
                <a:latin typeface="Helvetica Neue"/>
                <a:ea typeface="Helvetica Neue"/>
                <a:cs typeface="Helvetica Neue"/>
              </a:rPr>
              <a:t>TRANSACTIONS</a:t>
            </a:r>
          </a:p>
        </p:txBody>
      </p:sp>
      <p:sp>
        <p:nvSpPr>
          <p:cNvPr id="14" name="">
            <a:extLst xmlns:a="http://schemas.openxmlformats.org/drawingml/2006/main">
              <a:ext uri="{FF2B5EF4-FFF2-40B4-BE49-F238E27FC236}">
                <a16:creationId xmlns:a16="http://schemas.microsoft.com/office/drawing/2014/main" id="{8F46C6A5-46BF-457E-920E-D54C6040FA7F}"/>
              </a:ext>
            </a:extLst>
          </p:cNvPr>
          <p:cNvSpPr>
            <a:spLocks xmlns:a="http://schemas.openxmlformats.org/drawingml/2006/main" noGrp="1"/>
          </p:cNvSpPr>
          <p:nvPr/>
        </p:nvSpPr>
        <p:spPr>
          <a:xfrm xmlns:a="http://schemas.openxmlformats.org/drawingml/2006/main">
            <a:off x="1009650" y="3886200"/>
            <a:ext cx="4705350" cy="590550"/>
          </a:xfrm>
          <a:prstGeom xmlns:a="http://schemas.openxmlformats.org/drawingml/2006/main" prst="rect">
            <a:avLst/>
          </a:prstGeom>
          <a:solidFill xmlns:a="http://schemas.openxmlformats.org/drawingml/2006/main">
            <a:srgbClr val="F5F5F7"/>
          </a:solidFill>
          <a:ln xmlns:a="http://schemas.openxmlformats.org/drawingml/2006/main" w="7620">
            <a:solidFill>
              <a:srgbClr val="D2D2D7"/>
            </a:solidFill>
            <a:prstDash val="solid"/>
          </a:ln>
        </p:spPr>
      </p:sp>
      <p:sp>
        <p:nvSpPr>
          <p:cNvPr id="15" name="">
            <a:extLst xmlns:a="http://schemas.openxmlformats.org/drawingml/2006/main">
              <a:ext uri="{FF2B5EF4-FFF2-40B4-BE49-F238E27FC236}">
                <a16:creationId xmlns:a16="http://schemas.microsoft.com/office/drawing/2014/main" id="{9F31CF09-2A8C-4A70-95BC-D499497DF901}"/>
              </a:ext>
            </a:extLst>
          </p:cNvPr>
          <p:cNvSpPr>
            <a:spLocks xmlns:a="http://schemas.openxmlformats.org/drawingml/2006/main" noGrp="1"/>
          </p:cNvSpPr>
          <p:nvPr/>
        </p:nvSpPr>
        <p:spPr>
          <a:xfrm xmlns:a="http://schemas.openxmlformats.org/drawingml/2006/main">
            <a:off x="1238250" y="4076700"/>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125" b="1">
                <a:solidFill>
                  <a:srgbClr val="6E6E73"/>
                </a:solidFill>
                <a:latin typeface="Helvetica Neue"/>
                <a:ea typeface="Helvetica Neue"/>
                <a:cs typeface="Helvetica Neue"/>
              </a:defRPr>
            </a:pPr>
            <a:r>
              <a:rPr sz="1125" b="1">
                <a:solidFill>
                  <a:srgbClr val="6E6E73"/>
                </a:solidFill>
                <a:latin typeface="Helvetica Neue"/>
                <a:ea typeface="Helvetica Neue"/>
                <a:cs typeface="Helvetica Neue"/>
              </a:rPr>
              <a:t>STORAGE / INDEXES</a:t>
            </a:r>
          </a:p>
        </p:txBody>
      </p:sp>
      <p:sp>
        <p:nvSpPr>
          <p:cNvPr id="16" name="">
            <a:extLst xmlns:a="http://schemas.openxmlformats.org/drawingml/2006/main">
              <a:ext uri="{FF2B5EF4-FFF2-40B4-BE49-F238E27FC236}">
                <a16:creationId xmlns:a16="http://schemas.microsoft.com/office/drawing/2014/main" id="{2E910C72-3F07-4FFA-BABF-0F065DE44089}"/>
              </a:ext>
            </a:extLst>
          </p:cNvPr>
          <p:cNvSpPr>
            <a:spLocks xmlns:a="http://schemas.openxmlformats.org/drawingml/2006/main" noGrp="1"/>
          </p:cNvSpPr>
          <p:nvPr/>
        </p:nvSpPr>
        <p:spPr>
          <a:xfrm xmlns:a="http://schemas.openxmlformats.org/drawingml/2006/main">
            <a:off x="1009650" y="4476750"/>
            <a:ext cx="470535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D2D2D7"/>
            </a:solidFill>
            <a:prstDash val="solid"/>
          </a:ln>
        </p:spPr>
      </p:sp>
      <p:sp>
        <p:nvSpPr>
          <p:cNvPr id="17" name="">
            <a:extLst xmlns:a="http://schemas.openxmlformats.org/drawingml/2006/main">
              <a:ext uri="{FF2B5EF4-FFF2-40B4-BE49-F238E27FC236}">
                <a16:creationId xmlns:a16="http://schemas.microsoft.com/office/drawing/2014/main" id="{487289E1-FCB9-4C58-95ED-3C3D7AF6BA82}"/>
              </a:ext>
            </a:extLst>
          </p:cNvPr>
          <p:cNvSpPr>
            <a:spLocks xmlns:a="http://schemas.openxmlformats.org/drawingml/2006/main" noGrp="1"/>
          </p:cNvSpPr>
          <p:nvPr/>
        </p:nvSpPr>
        <p:spPr>
          <a:xfrm xmlns:a="http://schemas.openxmlformats.org/drawingml/2006/main">
            <a:off x="1238250" y="4667250"/>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1125" b="1">
                <a:solidFill>
                  <a:srgbClr val="6E6E73"/>
                </a:solidFill>
                <a:latin typeface="Helvetica Neue"/>
                <a:ea typeface="Helvetica Neue"/>
                <a:cs typeface="Helvetica Neue"/>
              </a:defRPr>
            </a:pPr>
            <a:r>
              <a:rPr sz="1125" b="1">
                <a:solidFill>
                  <a:srgbClr val="6E6E73"/>
                </a:solidFill>
                <a:latin typeface="Helvetica Neue"/>
                <a:ea typeface="Helvetica Neue"/>
                <a:cs typeface="Helvetica Neue"/>
              </a:rPr>
              <a:t>FILES / MEMORY</a:t>
            </a:r>
          </a:p>
        </p:txBody>
      </p:sp>
      <p:sp>
        <p:nvSpPr>
          <p:cNvPr id="18" name="query-scope-lens">
            <a:extLst xmlns:a="http://schemas.openxmlformats.org/drawingml/2006/main">
              <a:ext uri="{FF2B5EF4-FFF2-40B4-BE49-F238E27FC236}">
                <a16:creationId xmlns:a16="http://schemas.microsoft.com/office/drawing/2014/main" id="{F5CE9BE8-87F3-421C-B3AD-C2642B9A761D}"/>
              </a:ext>
            </a:extLst>
          </p:cNvPr>
          <p:cNvSpPr>
            <a:spLocks xmlns:a="http://schemas.openxmlformats.org/drawingml/2006/main" noGrp="1"/>
          </p:cNvSpPr>
          <p:nvPr/>
        </p:nvSpPr>
        <p:spPr>
          <a:xfrm xmlns:a="http://schemas.openxmlformats.org/drawingml/2006/main">
            <a:off x="7086600" y="1657350"/>
            <a:ext cx="4114800" cy="4114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000000"/>
            </a:solidFill>
            <a:prstDash val="solid"/>
          </a:ln>
        </p:spPr>
      </p:sp>
      <p:sp>
        <p:nvSpPr>
          <p:cNvPr id="19" name="">
            <a:extLst xmlns:a="http://schemas.openxmlformats.org/drawingml/2006/main">
              <a:ext uri="{FF2B5EF4-FFF2-40B4-BE49-F238E27FC236}">
                <a16:creationId xmlns:a16="http://schemas.microsoft.com/office/drawing/2014/main" id="{E9D7EE94-4835-43AA-A6DD-FA9897AFA8C7}"/>
              </a:ext>
            </a:extLst>
          </p:cNvPr>
          <p:cNvSpPr>
            <a:spLocks xmlns:a="http://schemas.openxmlformats.org/drawingml/2006/main" noGrp="1"/>
          </p:cNvSpPr>
          <p:nvPr/>
        </p:nvSpPr>
        <p:spPr>
          <a:xfrm xmlns:a="http://schemas.openxmlformats.org/drawingml/2006/main">
            <a:off x="7734300" y="2028825"/>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OUR SCOPE</a:t>
            </a:r>
          </a:p>
        </p:txBody>
      </p:sp>
      <p:sp>
        <p:nvSpPr>
          <p:cNvPr id="20" name="">
            <a:extLst xmlns:a="http://schemas.openxmlformats.org/drawingml/2006/main">
              <a:ext uri="{FF2B5EF4-FFF2-40B4-BE49-F238E27FC236}">
                <a16:creationId xmlns:a16="http://schemas.microsoft.com/office/drawing/2014/main" id="{66214A02-C996-473A-A2FB-5EC9FF36A037}"/>
              </a:ext>
            </a:extLst>
          </p:cNvPr>
          <p:cNvSpPr>
            <a:spLocks xmlns:a="http://schemas.openxmlformats.org/drawingml/2006/main" noGrp="1"/>
          </p:cNvSpPr>
          <p:nvPr/>
        </p:nvSpPr>
        <p:spPr>
          <a:xfrm xmlns:a="http://schemas.openxmlformats.org/drawingml/2006/main">
            <a:off x="7620000" y="272415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650" b="0">
                <a:solidFill>
                  <a:srgbClr val="6E6E73"/>
                </a:solidFill>
                <a:latin typeface="Helvetica Neue"/>
                <a:ea typeface="Helvetica Neue"/>
                <a:cs typeface="Helvetica Neue"/>
              </a:defRPr>
            </a:pPr>
            <a:r>
              <a:rPr sz="1650" b="0">
                <a:solidFill>
                  <a:srgbClr val="6E6E73"/>
                </a:solidFill>
                <a:latin typeface="Helvetica Neue"/>
                <a:ea typeface="Helvetica Neue"/>
                <a:cs typeface="Helvetica Neue"/>
              </a:rPr>
              <a:t>query</a:t>
            </a:r>
          </a:p>
        </p:txBody>
      </p:sp>
      <p:sp>
        <p:nvSpPr>
          <p:cNvPr id="21" name="">
            <a:extLst xmlns:a="http://schemas.openxmlformats.org/drawingml/2006/main">
              <a:ext uri="{FF2B5EF4-FFF2-40B4-BE49-F238E27FC236}">
                <a16:creationId xmlns:a16="http://schemas.microsoft.com/office/drawing/2014/main" id="{74E019EB-5C50-4B0A-8342-338DCA118C99}"/>
              </a:ext>
            </a:extLst>
          </p:cNvPr>
          <p:cNvSpPr>
            <a:spLocks xmlns:a="http://schemas.openxmlformats.org/drawingml/2006/main" noGrp="1"/>
          </p:cNvSpPr>
          <p:nvPr/>
        </p:nvSpPr>
        <p:spPr>
          <a:xfrm xmlns:a="http://schemas.openxmlformats.org/drawingml/2006/main">
            <a:off x="8496300" y="2695575"/>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950" b="0">
                <a:solidFill>
                  <a:srgbClr val="A1A1A6"/>
                </a:solidFill>
                <a:latin typeface="Helvetica Neue"/>
                <a:ea typeface="Helvetica Neue"/>
                <a:cs typeface="Helvetica Neue"/>
              </a:defRPr>
            </a:pPr>
            <a:r>
              <a:rPr sz="1950" b="0">
                <a:solidFill>
                  <a:srgbClr val="A1A1A6"/>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FF39E3FC-0970-4680-9BD4-5744FC9A271B}"/>
              </a:ext>
            </a:extLst>
          </p:cNvPr>
          <p:cNvSpPr>
            <a:spLocks xmlns:a="http://schemas.openxmlformats.org/drawingml/2006/main" noGrp="1"/>
          </p:cNvSpPr>
          <p:nvPr/>
        </p:nvSpPr>
        <p:spPr>
          <a:xfrm xmlns:a="http://schemas.openxmlformats.org/drawingml/2006/main">
            <a:off x="8839200" y="272415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plan</a:t>
            </a:r>
          </a:p>
        </p:txBody>
      </p:sp>
      <p:sp>
        <p:nvSpPr>
          <p:cNvPr id="23" name="">
            <a:extLst xmlns:a="http://schemas.openxmlformats.org/drawingml/2006/main">
              <a:ext uri="{FF2B5EF4-FFF2-40B4-BE49-F238E27FC236}">
                <a16:creationId xmlns:a16="http://schemas.microsoft.com/office/drawing/2014/main" id="{CF389418-1DD8-4F79-8286-11E7C2672157}"/>
              </a:ext>
            </a:extLst>
          </p:cNvPr>
          <p:cNvSpPr>
            <a:spLocks xmlns:a="http://schemas.openxmlformats.org/drawingml/2006/main" noGrp="1"/>
          </p:cNvSpPr>
          <p:nvPr/>
        </p:nvSpPr>
        <p:spPr>
          <a:xfrm xmlns:a="http://schemas.openxmlformats.org/drawingml/2006/main">
            <a:off x="9715500" y="2695575"/>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950" b="0">
                <a:solidFill>
                  <a:srgbClr val="A1A1A6"/>
                </a:solidFill>
                <a:latin typeface="Helvetica Neue"/>
                <a:ea typeface="Helvetica Neue"/>
                <a:cs typeface="Helvetica Neue"/>
              </a:defRPr>
            </a:pPr>
            <a:r>
              <a:rPr sz="1950" b="0">
                <a:solidFill>
                  <a:srgbClr val="A1A1A6"/>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C7BDDCA0-0BF6-4029-8729-40E613C0E692}"/>
              </a:ext>
            </a:extLst>
          </p:cNvPr>
          <p:cNvSpPr>
            <a:spLocks xmlns:a="http://schemas.openxmlformats.org/drawingml/2006/main" noGrp="1"/>
          </p:cNvSpPr>
          <p:nvPr/>
        </p:nvSpPr>
        <p:spPr>
          <a:xfrm xmlns:a="http://schemas.openxmlformats.org/drawingml/2006/main">
            <a:off x="10058400" y="2724150"/>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1650" b="0">
                <a:solidFill>
                  <a:srgbClr val="6E6E73"/>
                </a:solidFill>
                <a:latin typeface="Helvetica Neue"/>
                <a:ea typeface="Helvetica Neue"/>
                <a:cs typeface="Helvetica Neue"/>
              </a:defRPr>
            </a:pPr>
            <a:r>
              <a:rPr sz="1650" b="0">
                <a:solidFill>
                  <a:srgbClr val="6E6E73"/>
                </a:solidFill>
                <a:latin typeface="Helvetica Neue"/>
                <a:ea typeface="Helvetica Neue"/>
                <a:cs typeface="Helvetica Neue"/>
              </a:rPr>
              <a:t>work</a:t>
            </a:r>
          </a:p>
        </p:txBody>
      </p:sp>
      <p:sp>
        <p:nvSpPr>
          <p:cNvPr id="25" name="">
            <a:extLst xmlns:a="http://schemas.openxmlformats.org/drawingml/2006/main">
              <a:ext uri="{FF2B5EF4-FFF2-40B4-BE49-F238E27FC236}">
                <a16:creationId xmlns:a16="http://schemas.microsoft.com/office/drawing/2014/main" id="{B42669EA-513C-4409-9B22-76BB3454D6DB}"/>
              </a:ext>
            </a:extLst>
          </p:cNvPr>
          <p:cNvSpPr>
            <a:spLocks xmlns:a="http://schemas.openxmlformats.org/drawingml/2006/main" noGrp="1"/>
          </p:cNvSpPr>
          <p:nvPr/>
        </p:nvSpPr>
        <p:spPr>
          <a:xfrm xmlns:a="http://schemas.openxmlformats.org/drawingml/2006/main">
            <a:off x="7848600" y="3695700"/>
            <a:ext cx="259080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26" name="">
            <a:extLst xmlns:a="http://schemas.openxmlformats.org/drawingml/2006/main">
              <a:ext uri="{FF2B5EF4-FFF2-40B4-BE49-F238E27FC236}">
                <a16:creationId xmlns:a16="http://schemas.microsoft.com/office/drawing/2014/main" id="{18559B8F-0F53-4DA1-9CE9-45296DCC198E}"/>
              </a:ext>
            </a:extLst>
          </p:cNvPr>
          <p:cNvSpPr>
            <a:spLocks xmlns:a="http://schemas.openxmlformats.org/drawingml/2006/main" noGrp="1"/>
          </p:cNvSpPr>
          <p:nvPr/>
        </p:nvSpPr>
        <p:spPr>
          <a:xfrm xmlns:a="http://schemas.openxmlformats.org/drawingml/2006/main">
            <a:off x="8058150" y="3695700"/>
            <a:ext cx="0" cy="161925"/>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27" name="">
            <a:extLst xmlns:a="http://schemas.openxmlformats.org/drawingml/2006/main">
              <a:ext uri="{FF2B5EF4-FFF2-40B4-BE49-F238E27FC236}">
                <a16:creationId xmlns:a16="http://schemas.microsoft.com/office/drawing/2014/main" id="{9919C964-467A-459C-892C-05FAEEF518DE}"/>
              </a:ext>
            </a:extLst>
          </p:cNvPr>
          <p:cNvSpPr>
            <a:spLocks xmlns:a="http://schemas.openxmlformats.org/drawingml/2006/main" noGrp="1"/>
          </p:cNvSpPr>
          <p:nvPr/>
        </p:nvSpPr>
        <p:spPr>
          <a:xfrm xmlns:a="http://schemas.openxmlformats.org/drawingml/2006/main">
            <a:off x="9144000" y="3695700"/>
            <a:ext cx="0" cy="161925"/>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28" name="">
            <a:extLst xmlns:a="http://schemas.openxmlformats.org/drawingml/2006/main">
              <a:ext uri="{FF2B5EF4-FFF2-40B4-BE49-F238E27FC236}">
                <a16:creationId xmlns:a16="http://schemas.microsoft.com/office/drawing/2014/main" id="{0F0D1461-F592-4645-B031-AC88005DD5C9}"/>
              </a:ext>
            </a:extLst>
          </p:cNvPr>
          <p:cNvSpPr>
            <a:spLocks xmlns:a="http://schemas.openxmlformats.org/drawingml/2006/main" noGrp="1"/>
          </p:cNvSpPr>
          <p:nvPr/>
        </p:nvSpPr>
        <p:spPr>
          <a:xfrm xmlns:a="http://schemas.openxmlformats.org/drawingml/2006/main">
            <a:off x="10229850" y="3695700"/>
            <a:ext cx="0" cy="161925"/>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29" name="">
            <a:extLst xmlns:a="http://schemas.openxmlformats.org/drawingml/2006/main">
              <a:ext uri="{FF2B5EF4-FFF2-40B4-BE49-F238E27FC236}">
                <a16:creationId xmlns:a16="http://schemas.microsoft.com/office/drawing/2014/main" id="{E23C5055-6F60-4771-93FC-A9D112BA95FD}"/>
              </a:ext>
            </a:extLst>
          </p:cNvPr>
          <p:cNvSpPr>
            <a:spLocks xmlns:a="http://schemas.openxmlformats.org/drawingml/2006/main" noGrp="1"/>
          </p:cNvSpPr>
          <p:nvPr/>
        </p:nvSpPr>
        <p:spPr>
          <a:xfrm xmlns:a="http://schemas.openxmlformats.org/drawingml/2006/main">
            <a:off x="8953500" y="3200400"/>
            <a:ext cx="38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a:t>
            </a:r>
          </a:p>
        </p:txBody>
      </p:sp>
      <p:sp>
        <p:nvSpPr>
          <p:cNvPr id="30" name="">
            <a:extLst xmlns:a="http://schemas.openxmlformats.org/drawingml/2006/main">
              <a:ext uri="{FF2B5EF4-FFF2-40B4-BE49-F238E27FC236}">
                <a16:creationId xmlns:a16="http://schemas.microsoft.com/office/drawing/2014/main" id="{A5D4D286-632B-4532-9D72-2E426503AD9A}"/>
              </a:ext>
            </a:extLst>
          </p:cNvPr>
          <p:cNvSpPr>
            <a:spLocks xmlns:a="http://schemas.openxmlformats.org/drawingml/2006/main" noGrp="1"/>
          </p:cNvSpPr>
          <p:nvPr/>
        </p:nvSpPr>
        <p:spPr>
          <a:xfrm xmlns:a="http://schemas.openxmlformats.org/drawingml/2006/main">
            <a:off x="7677150" y="3876675"/>
            <a:ext cx="762000" cy="161925"/>
          </a:xfrm>
          <a:prstGeom xmlns:a="http://schemas.openxmlformats.org/drawingml/2006/main" prst="roundRect">
            <a:avLst>
              <a:gd name="adj" fmla="val 11765"/>
            </a:avLst>
          </a:prstGeom>
          <a:solidFill xmlns:a="http://schemas.openxmlformats.org/drawingml/2006/main">
            <a:srgbClr val="000000"/>
          </a:solidFill>
          <a:ln xmlns:a="http://schemas.openxmlformats.org/drawingml/2006/main" w="11430">
            <a:solidFill>
              <a:srgbClr val="000000"/>
            </a:solidFill>
            <a:prstDash val="solid"/>
          </a:ln>
        </p:spPr>
      </p:sp>
      <p:sp>
        <p:nvSpPr>
          <p:cNvPr id="31" name="">
            <a:extLst xmlns:a="http://schemas.openxmlformats.org/drawingml/2006/main">
              <a:ext uri="{FF2B5EF4-FFF2-40B4-BE49-F238E27FC236}">
                <a16:creationId xmlns:a16="http://schemas.microsoft.com/office/drawing/2014/main" id="{54B649BE-D3FE-4951-A154-E604B1425193}"/>
              </a:ext>
            </a:extLst>
          </p:cNvPr>
          <p:cNvSpPr>
            <a:spLocks xmlns:a="http://schemas.openxmlformats.org/drawingml/2006/main" noGrp="1"/>
          </p:cNvSpPr>
          <p:nvPr/>
        </p:nvSpPr>
        <p:spPr>
          <a:xfrm xmlns:a="http://schemas.openxmlformats.org/drawingml/2006/main">
            <a:off x="7934325" y="3876675"/>
            <a:ext cx="0" cy="161925"/>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4F2B365D-E639-454D-A25E-E5DC3A246E3D}"/>
              </a:ext>
            </a:extLst>
          </p:cNvPr>
          <p:cNvSpPr>
            <a:spLocks xmlns:a="http://schemas.openxmlformats.org/drawingml/2006/main" noGrp="1"/>
          </p:cNvSpPr>
          <p:nvPr/>
        </p:nvSpPr>
        <p:spPr>
          <a:xfrm xmlns:a="http://schemas.openxmlformats.org/drawingml/2006/main">
            <a:off x="8191500" y="3876675"/>
            <a:ext cx="0" cy="161925"/>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58576AD5-5C61-4809-BE83-6A31E571460F}"/>
              </a:ext>
            </a:extLst>
          </p:cNvPr>
          <p:cNvSpPr>
            <a:spLocks xmlns:a="http://schemas.openxmlformats.org/drawingml/2006/main" noGrp="1"/>
          </p:cNvSpPr>
          <p:nvPr/>
        </p:nvSpPr>
        <p:spPr>
          <a:xfrm xmlns:a="http://schemas.openxmlformats.org/drawingml/2006/main">
            <a:off x="7677150" y="4086225"/>
            <a:ext cx="7620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1430">
            <a:solidFill>
              <a:srgbClr val="000000"/>
            </a:solidFill>
            <a:prstDash val="solid"/>
          </a:ln>
        </p:spPr>
      </p:sp>
      <p:sp>
        <p:nvSpPr>
          <p:cNvPr id="34" name="">
            <a:extLst xmlns:a="http://schemas.openxmlformats.org/drawingml/2006/main">
              <a:ext uri="{FF2B5EF4-FFF2-40B4-BE49-F238E27FC236}">
                <a16:creationId xmlns:a16="http://schemas.microsoft.com/office/drawing/2014/main" id="{622761E8-9814-45C4-81F1-39587C1DF1A6}"/>
              </a:ext>
            </a:extLst>
          </p:cNvPr>
          <p:cNvSpPr>
            <a:spLocks xmlns:a="http://schemas.openxmlformats.org/drawingml/2006/main" noGrp="1"/>
          </p:cNvSpPr>
          <p:nvPr/>
        </p:nvSpPr>
        <p:spPr>
          <a:xfrm xmlns:a="http://schemas.openxmlformats.org/drawingml/2006/main">
            <a:off x="7934325" y="4086225"/>
            <a:ext cx="0" cy="161925"/>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35" name="">
            <a:extLst xmlns:a="http://schemas.openxmlformats.org/drawingml/2006/main">
              <a:ext uri="{FF2B5EF4-FFF2-40B4-BE49-F238E27FC236}">
                <a16:creationId xmlns:a16="http://schemas.microsoft.com/office/drawing/2014/main" id="{ACD29B44-0546-4B0B-B104-AC3A667BC631}"/>
              </a:ext>
            </a:extLst>
          </p:cNvPr>
          <p:cNvSpPr>
            <a:spLocks xmlns:a="http://schemas.openxmlformats.org/drawingml/2006/main" noGrp="1"/>
          </p:cNvSpPr>
          <p:nvPr/>
        </p:nvSpPr>
        <p:spPr>
          <a:xfrm xmlns:a="http://schemas.openxmlformats.org/drawingml/2006/main">
            <a:off x="8191500" y="4086225"/>
            <a:ext cx="0" cy="161925"/>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36" name="">
            <a:extLst xmlns:a="http://schemas.openxmlformats.org/drawingml/2006/main">
              <a:ext uri="{FF2B5EF4-FFF2-40B4-BE49-F238E27FC236}">
                <a16:creationId xmlns:a16="http://schemas.microsoft.com/office/drawing/2014/main" id="{DB2DB71F-410A-4610-81A8-31ACA4FEDED5}"/>
              </a:ext>
            </a:extLst>
          </p:cNvPr>
          <p:cNvSpPr>
            <a:spLocks xmlns:a="http://schemas.openxmlformats.org/drawingml/2006/main" noGrp="1"/>
          </p:cNvSpPr>
          <p:nvPr/>
        </p:nvSpPr>
        <p:spPr>
          <a:xfrm xmlns:a="http://schemas.openxmlformats.org/drawingml/2006/main">
            <a:off x="7629525" y="44005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rows</a:t>
            </a:r>
          </a:p>
        </p:txBody>
      </p:sp>
      <p:sp>
        <p:nvSpPr>
          <p:cNvPr id="37" name="">
            <a:extLst xmlns:a="http://schemas.openxmlformats.org/drawingml/2006/main">
              <a:ext uri="{FF2B5EF4-FFF2-40B4-BE49-F238E27FC236}">
                <a16:creationId xmlns:a16="http://schemas.microsoft.com/office/drawing/2014/main" id="{AC27E571-7C96-48FE-ADE0-672438519EE5}"/>
              </a:ext>
            </a:extLst>
          </p:cNvPr>
          <p:cNvSpPr>
            <a:spLocks xmlns:a="http://schemas.openxmlformats.org/drawingml/2006/main" noGrp="1"/>
          </p:cNvSpPr>
          <p:nvPr/>
        </p:nvSpPr>
        <p:spPr>
          <a:xfrm xmlns:a="http://schemas.openxmlformats.org/drawingml/2006/main">
            <a:off x="8877300" y="3867150"/>
            <a:ext cx="133350" cy="400050"/>
          </a:xfrm>
          <a:prstGeom xmlns:a="http://schemas.openxmlformats.org/drawingml/2006/main" prst="roundRect">
            <a:avLst>
              <a:gd name="adj" fmla="val 14286"/>
            </a:avLst>
          </a:prstGeom>
          <a:solidFill xmlns:a="http://schemas.openxmlformats.org/drawingml/2006/main">
            <a:srgbClr val="F5F5F7"/>
          </a:solidFill>
          <a:ln xmlns:a="http://schemas.openxmlformats.org/drawingml/2006/main" w="9525">
            <a:solidFill>
              <a:srgbClr val="D2D2D7"/>
            </a:solidFill>
            <a:prstDash val="solid"/>
          </a:ln>
        </p:spPr>
      </p:sp>
      <p:sp>
        <p:nvSpPr>
          <p:cNvPr id="38" name="">
            <a:extLst xmlns:a="http://schemas.openxmlformats.org/drawingml/2006/main">
              <a:ext uri="{FF2B5EF4-FFF2-40B4-BE49-F238E27FC236}">
                <a16:creationId xmlns:a16="http://schemas.microsoft.com/office/drawing/2014/main" id="{922940A7-CE4D-4D21-A464-519A80CA09AB}"/>
              </a:ext>
            </a:extLst>
          </p:cNvPr>
          <p:cNvSpPr>
            <a:spLocks xmlns:a="http://schemas.openxmlformats.org/drawingml/2006/main" noGrp="1"/>
          </p:cNvSpPr>
          <p:nvPr/>
        </p:nvSpPr>
        <p:spPr>
          <a:xfrm xmlns:a="http://schemas.openxmlformats.org/drawingml/2006/main">
            <a:off x="9067800" y="3867150"/>
            <a:ext cx="133350" cy="400050"/>
          </a:xfrm>
          <a:prstGeom xmlns:a="http://schemas.openxmlformats.org/drawingml/2006/main" prst="roundRect">
            <a:avLst>
              <a:gd name="adj" fmla="val 14286"/>
            </a:avLst>
          </a:prstGeom>
          <a:solidFill xmlns:a="http://schemas.openxmlformats.org/drawingml/2006/main">
            <a:srgbClr val="000000"/>
          </a:solidFill>
          <a:ln xmlns:a="http://schemas.openxmlformats.org/drawingml/2006/main" w="9525">
            <a:solidFill>
              <a:srgbClr val="000000"/>
            </a:solidFill>
            <a:prstDash val="solid"/>
          </a:ln>
        </p:spPr>
      </p:sp>
      <p:sp>
        <p:nvSpPr>
          <p:cNvPr id="39" name="">
            <a:extLst xmlns:a="http://schemas.openxmlformats.org/drawingml/2006/main">
              <a:ext uri="{FF2B5EF4-FFF2-40B4-BE49-F238E27FC236}">
                <a16:creationId xmlns:a16="http://schemas.microsoft.com/office/drawing/2014/main" id="{13A5B3A1-3DC1-461A-AB99-75B4C3887046}"/>
              </a:ext>
            </a:extLst>
          </p:cNvPr>
          <p:cNvSpPr>
            <a:spLocks xmlns:a="http://schemas.openxmlformats.org/drawingml/2006/main" noGrp="1"/>
          </p:cNvSpPr>
          <p:nvPr/>
        </p:nvSpPr>
        <p:spPr>
          <a:xfrm xmlns:a="http://schemas.openxmlformats.org/drawingml/2006/main">
            <a:off x="9258300" y="3867150"/>
            <a:ext cx="133350" cy="400050"/>
          </a:xfrm>
          <a:prstGeom xmlns:a="http://schemas.openxmlformats.org/drawingml/2006/main" prst="roundRect">
            <a:avLst>
              <a:gd name="adj" fmla="val 14286"/>
            </a:avLst>
          </a:prstGeom>
          <a:solidFill xmlns:a="http://schemas.openxmlformats.org/drawingml/2006/main">
            <a:srgbClr val="F5F5F7"/>
          </a:solidFill>
          <a:ln xmlns:a="http://schemas.openxmlformats.org/drawingml/2006/main" w="9525">
            <a:solidFill>
              <a:srgbClr val="D2D2D7"/>
            </a:solidFill>
            <a:prstDash val="solid"/>
          </a:ln>
        </p:spPr>
      </p:sp>
      <p:sp>
        <p:nvSpPr>
          <p:cNvPr id="40" name="">
            <a:extLst xmlns:a="http://schemas.openxmlformats.org/drawingml/2006/main">
              <a:ext uri="{FF2B5EF4-FFF2-40B4-BE49-F238E27FC236}">
                <a16:creationId xmlns:a16="http://schemas.microsoft.com/office/drawing/2014/main" id="{52DD725C-12AC-486E-975D-79C9B9386531}"/>
              </a:ext>
            </a:extLst>
          </p:cNvPr>
          <p:cNvSpPr>
            <a:spLocks xmlns:a="http://schemas.openxmlformats.org/drawingml/2006/main" noGrp="1"/>
          </p:cNvSpPr>
          <p:nvPr/>
        </p:nvSpPr>
        <p:spPr>
          <a:xfrm xmlns:a="http://schemas.openxmlformats.org/drawingml/2006/main">
            <a:off x="8715375" y="44005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columns</a:t>
            </a:r>
          </a:p>
        </p:txBody>
      </p:sp>
      <p:sp>
        <p:nvSpPr>
          <p:cNvPr id="41" name="">
            <a:extLst xmlns:a="http://schemas.openxmlformats.org/drawingml/2006/main">
              <a:ext uri="{FF2B5EF4-FFF2-40B4-BE49-F238E27FC236}">
                <a16:creationId xmlns:a16="http://schemas.microsoft.com/office/drawing/2014/main" id="{1AB2DC7E-98D2-4D57-A3C3-6412FABEEAB7}"/>
              </a:ext>
            </a:extLst>
          </p:cNvPr>
          <p:cNvSpPr>
            <a:spLocks xmlns:a="http://schemas.openxmlformats.org/drawingml/2006/main" noGrp="1"/>
          </p:cNvSpPr>
          <p:nvPr/>
        </p:nvSpPr>
        <p:spPr>
          <a:xfrm xmlns:a="http://schemas.openxmlformats.org/drawingml/2006/main">
            <a:off x="9963150" y="3857625"/>
            <a:ext cx="533400" cy="66675"/>
          </a:xfrm>
          <a:prstGeom xmlns:a="http://schemas.openxmlformats.org/drawingml/2006/main" prst="roundRect">
            <a:avLst>
              <a:gd name="adj" fmla="val 28571"/>
            </a:avLst>
          </a:prstGeom>
          <a:solidFill xmlns:a="http://schemas.openxmlformats.org/drawingml/2006/main">
            <a:srgbClr val="000000"/>
          </a:solidFill>
          <a:ln xmlns:a="http://schemas.openxmlformats.org/drawingml/2006/main" w="9525">
            <a:solidFill>
              <a:srgbClr val="000000"/>
            </a:solidFill>
            <a:prstDash val="solid"/>
          </a:ln>
        </p:spPr>
      </p:sp>
      <p:sp>
        <p:nvSpPr>
          <p:cNvPr id="42" name="">
            <a:extLst xmlns:a="http://schemas.openxmlformats.org/drawingml/2006/main">
              <a:ext uri="{FF2B5EF4-FFF2-40B4-BE49-F238E27FC236}">
                <a16:creationId xmlns:a16="http://schemas.microsoft.com/office/drawing/2014/main" id="{181D0DF2-8D14-4B59-BEA3-7AE86072D947}"/>
              </a:ext>
            </a:extLst>
          </p:cNvPr>
          <p:cNvSpPr>
            <a:spLocks xmlns:a="http://schemas.openxmlformats.org/drawingml/2006/main" noGrp="1"/>
          </p:cNvSpPr>
          <p:nvPr/>
        </p:nvSpPr>
        <p:spPr>
          <a:xfrm xmlns:a="http://schemas.openxmlformats.org/drawingml/2006/main">
            <a:off x="9963150" y="3971925"/>
            <a:ext cx="419100" cy="66675"/>
          </a:xfrm>
          <a:prstGeom xmlns:a="http://schemas.openxmlformats.org/drawingml/2006/main" prst="roundRect">
            <a:avLst>
              <a:gd name="adj" fmla="val 28571"/>
            </a:avLst>
          </a:prstGeom>
          <a:solidFill xmlns:a="http://schemas.openxmlformats.org/drawingml/2006/main">
            <a:srgbClr val="F5F5F7"/>
          </a:solidFill>
          <a:ln xmlns:a="http://schemas.openxmlformats.org/drawingml/2006/main" w="9525">
            <a:solidFill>
              <a:srgbClr val="D2D2D7"/>
            </a:solidFill>
            <a:prstDash val="solid"/>
          </a:ln>
        </p:spPr>
      </p:sp>
      <p:sp>
        <p:nvSpPr>
          <p:cNvPr id="43" name="">
            <a:extLst xmlns:a="http://schemas.openxmlformats.org/drawingml/2006/main">
              <a:ext uri="{FF2B5EF4-FFF2-40B4-BE49-F238E27FC236}">
                <a16:creationId xmlns:a16="http://schemas.microsoft.com/office/drawing/2014/main" id="{6378EE4A-D240-48DF-A21F-961A652580AE}"/>
              </a:ext>
            </a:extLst>
          </p:cNvPr>
          <p:cNvSpPr>
            <a:spLocks xmlns:a="http://schemas.openxmlformats.org/drawingml/2006/main" noGrp="1"/>
          </p:cNvSpPr>
          <p:nvPr/>
        </p:nvSpPr>
        <p:spPr>
          <a:xfrm xmlns:a="http://schemas.openxmlformats.org/drawingml/2006/main">
            <a:off x="9963150" y="4086225"/>
            <a:ext cx="304800" cy="66675"/>
          </a:xfrm>
          <a:prstGeom xmlns:a="http://schemas.openxmlformats.org/drawingml/2006/main" prst="roundRect">
            <a:avLst>
              <a:gd name="adj" fmla="val 28571"/>
            </a:avLst>
          </a:prstGeom>
          <a:solidFill xmlns:a="http://schemas.openxmlformats.org/drawingml/2006/main">
            <a:srgbClr val="F5F5F7"/>
          </a:solidFill>
          <a:ln xmlns:a="http://schemas.openxmlformats.org/drawingml/2006/main" w="9525">
            <a:solidFill>
              <a:srgbClr val="D2D2D7"/>
            </a:solidFill>
            <a:prstDash val="solid"/>
          </a:ln>
        </p:spPr>
      </p:sp>
      <p:sp>
        <p:nvSpPr>
          <p:cNvPr id="44" name="">
            <a:extLst xmlns:a="http://schemas.openxmlformats.org/drawingml/2006/main">
              <a:ext uri="{FF2B5EF4-FFF2-40B4-BE49-F238E27FC236}">
                <a16:creationId xmlns:a16="http://schemas.microsoft.com/office/drawing/2014/main" id="{AE18F2C8-45F9-4210-9C6F-280079279FF3}"/>
              </a:ext>
            </a:extLst>
          </p:cNvPr>
          <p:cNvSpPr>
            <a:spLocks xmlns:a="http://schemas.openxmlformats.org/drawingml/2006/main" noGrp="1"/>
          </p:cNvSpPr>
          <p:nvPr/>
        </p:nvSpPr>
        <p:spPr>
          <a:xfrm xmlns:a="http://schemas.openxmlformats.org/drawingml/2006/main">
            <a:off x="9963150" y="4200525"/>
            <a:ext cx="190500" cy="66675"/>
          </a:xfrm>
          <a:prstGeom xmlns:a="http://schemas.openxmlformats.org/drawingml/2006/main" prst="roundRect">
            <a:avLst>
              <a:gd name="adj" fmla="val 28571"/>
            </a:avLst>
          </a:prstGeom>
          <a:solidFill xmlns:a="http://schemas.openxmlformats.org/drawingml/2006/main">
            <a:srgbClr val="F5F5F7"/>
          </a:solidFill>
          <a:ln xmlns:a="http://schemas.openxmlformats.org/drawingml/2006/main" w="9525">
            <a:solidFill>
              <a:srgbClr val="D2D2D7"/>
            </a:solidFill>
            <a:prstDash val="solid"/>
          </a:ln>
        </p:spPr>
      </p:sp>
      <p:sp>
        <p:nvSpPr>
          <p:cNvPr id="45" name="">
            <a:extLst xmlns:a="http://schemas.openxmlformats.org/drawingml/2006/main">
              <a:ext uri="{FF2B5EF4-FFF2-40B4-BE49-F238E27FC236}">
                <a16:creationId xmlns:a16="http://schemas.microsoft.com/office/drawing/2014/main" id="{472F46C8-D1E4-4462-8F4C-391453E5A97C}"/>
              </a:ext>
            </a:extLst>
          </p:cNvPr>
          <p:cNvSpPr>
            <a:spLocks xmlns:a="http://schemas.openxmlformats.org/drawingml/2006/main" noGrp="1"/>
          </p:cNvSpPr>
          <p:nvPr/>
        </p:nvSpPr>
        <p:spPr>
          <a:xfrm xmlns:a="http://schemas.openxmlformats.org/drawingml/2006/main">
            <a:off x="9801225" y="44005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ctr">
              <a:defRPr sz="975" b="1">
                <a:solidFill>
                  <a:srgbClr val="6E6E73"/>
                </a:solidFill>
                <a:latin typeface="Helvetica Neue"/>
                <a:ea typeface="Helvetica Neue"/>
                <a:cs typeface="Helvetica Neue"/>
              </a:defRPr>
            </a:pPr>
            <a:r>
              <a:rPr sz="975" b="1">
                <a:solidFill>
                  <a:srgbClr val="6E6E73"/>
                </a:solidFill>
                <a:latin typeface="Helvetica Neue"/>
                <a:ea typeface="Helvetica Neue"/>
                <a:cs typeface="Helvetica Neue"/>
              </a:rPr>
              <a:t>index</a:t>
            </a:r>
          </a:p>
        </p:txBody>
      </p:sp>
    </p:spTree>
    <p:extLst>
      <p:ext uri="{BB962C8B-B14F-4D97-AF65-F5344CB8AC3E}">
        <p14:creationId xmlns:p14="http://schemas.microsoft.com/office/powerpoint/2010/main" val="16994671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2026-08-14T06:04:22.0060000Z</dcterms:created>
  <dcterms:modified xsi:type="dcterms:W3CDTF">2026-08-14T06:04:22.0060000Z</dcterms:modified>
</coreProperties>
</file>